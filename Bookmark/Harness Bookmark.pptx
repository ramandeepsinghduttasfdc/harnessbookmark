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994D2F-1341-76A1-590F-EA82AB4B0832}" v="745" dt="2026-06-30T23:29:15.703"/>
    <p1510:client id="{6C4CBCDF-D471-176B-79A9-168CF80BB9E5}" v="11" dt="2026-06-30T23:38:13.6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mandeep Singh" userId="S::ramandeep.singh@edu.novia.fi::94ff4dc5-4f43-44e1-94bb-e865274bba20" providerId="AD" clId="Web-{6C4CBCDF-D471-176B-79A9-168CF80BB9E5}"/>
    <pc:docChg chg="modSld">
      <pc:chgData name="Ramandeep Singh" userId="S::ramandeep.singh@edu.novia.fi::94ff4dc5-4f43-44e1-94bb-e865274bba20" providerId="AD" clId="Web-{6C4CBCDF-D471-176B-79A9-168CF80BB9E5}" dt="2026-06-30T23:41:21.452" v="46"/>
      <pc:docMkLst>
        <pc:docMk/>
      </pc:docMkLst>
      <pc:sldChg chg="addSp modSp mod setBg">
        <pc:chgData name="Ramandeep Singh" userId="S::ramandeep.singh@edu.novia.fi::94ff4dc5-4f43-44e1-94bb-e865274bba20" providerId="AD" clId="Web-{6C4CBCDF-D471-176B-79A9-168CF80BB9E5}" dt="2026-06-30T23:30:52.573" v="0"/>
        <pc:sldMkLst>
          <pc:docMk/>
          <pc:sldMk cId="109857222" sldId="256"/>
        </pc:sldMkLst>
        <pc:spChg chg="mod">
          <ac:chgData name="Ramandeep Singh" userId="S::ramandeep.singh@edu.novia.fi::94ff4dc5-4f43-44e1-94bb-e865274bba20" providerId="AD" clId="Web-{6C4CBCDF-D471-176B-79A9-168CF80BB9E5}" dt="2026-06-30T23:30:52.573" v="0"/>
          <ac:spMkLst>
            <pc:docMk/>
            <pc:sldMk cId="109857222" sldId="256"/>
            <ac:spMk id="2" creationId="{00000000-0000-0000-0000-000000000000}"/>
          </ac:spMkLst>
        </pc:spChg>
        <pc:spChg chg="add">
          <ac:chgData name="Ramandeep Singh" userId="S::ramandeep.singh@edu.novia.fi::94ff4dc5-4f43-44e1-94bb-e865274bba20" providerId="AD" clId="Web-{6C4CBCDF-D471-176B-79A9-168CF80BB9E5}" dt="2026-06-30T23:30:52.573" v="0"/>
          <ac:spMkLst>
            <pc:docMk/>
            <pc:sldMk cId="109857222" sldId="256"/>
            <ac:spMk id="11" creationId="{74751229-0244-4FBB-BED1-407467F4C951}"/>
          </ac:spMkLst>
        </pc:spChg>
        <pc:picChg chg="add">
          <ac:chgData name="Ramandeep Singh" userId="S::ramandeep.singh@edu.novia.fi::94ff4dc5-4f43-44e1-94bb-e865274bba20" providerId="AD" clId="Web-{6C4CBCDF-D471-176B-79A9-168CF80BB9E5}" dt="2026-06-30T23:30:52.573" v="0"/>
          <ac:picMkLst>
            <pc:docMk/>
            <pc:sldMk cId="109857222" sldId="256"/>
            <ac:picMk id="6" creationId="{0467291B-2D07-B1CB-D287-95B2F704D6A9}"/>
          </ac:picMkLst>
        </pc:picChg>
        <pc:picChg chg="add">
          <ac:chgData name="Ramandeep Singh" userId="S::ramandeep.singh@edu.novia.fi::94ff4dc5-4f43-44e1-94bb-e865274bba20" providerId="AD" clId="Web-{6C4CBCDF-D471-176B-79A9-168CF80BB9E5}" dt="2026-06-30T23:30:52.573" v="0"/>
          <ac:picMkLst>
            <pc:docMk/>
            <pc:sldMk cId="109857222" sldId="256"/>
            <ac:picMk id="8" creationId="{3BBD69FB-23B7-4CDF-8E81-C9A93DA77750}"/>
          </ac:picMkLst>
        </pc:picChg>
      </pc:sldChg>
      <pc:sldChg chg="addSp modSp mod setBg">
        <pc:chgData name="Ramandeep Singh" userId="S::ramandeep.singh@edu.novia.fi::94ff4dc5-4f43-44e1-94bb-e865274bba20" providerId="AD" clId="Web-{6C4CBCDF-D471-176B-79A9-168CF80BB9E5}" dt="2026-06-30T23:31:18.214" v="1"/>
        <pc:sldMkLst>
          <pc:docMk/>
          <pc:sldMk cId="3900557906" sldId="257"/>
        </pc:sldMkLst>
        <pc:spChg chg="mod">
          <ac:chgData name="Ramandeep Singh" userId="S::ramandeep.singh@edu.novia.fi::94ff4dc5-4f43-44e1-94bb-e865274bba20" providerId="AD" clId="Web-{6C4CBCDF-D471-176B-79A9-168CF80BB9E5}" dt="2026-06-30T23:31:18.214" v="1"/>
          <ac:spMkLst>
            <pc:docMk/>
            <pc:sldMk cId="3900557906" sldId="257"/>
            <ac:spMk id="2" creationId="{E300B5F5-BBA9-B2C8-F9F9-F8FE2AC99DAB}"/>
          </ac:spMkLst>
        </pc:spChg>
        <pc:spChg chg="mod">
          <ac:chgData name="Ramandeep Singh" userId="S::ramandeep.singh@edu.novia.fi::94ff4dc5-4f43-44e1-94bb-e865274bba20" providerId="AD" clId="Web-{6C4CBCDF-D471-176B-79A9-168CF80BB9E5}" dt="2026-06-30T23:31:18.214" v="1"/>
          <ac:spMkLst>
            <pc:docMk/>
            <pc:sldMk cId="3900557906" sldId="257"/>
            <ac:spMk id="3" creationId="{FFF72D8C-5D51-6CC7-D2DD-033AD0E87B09}"/>
          </ac:spMkLst>
        </pc:spChg>
        <pc:spChg chg="add">
          <ac:chgData name="Ramandeep Singh" userId="S::ramandeep.singh@edu.novia.fi::94ff4dc5-4f43-44e1-94bb-e865274bba20" providerId="AD" clId="Web-{6C4CBCDF-D471-176B-79A9-168CF80BB9E5}" dt="2026-06-30T23:31:18.214" v="1"/>
          <ac:spMkLst>
            <pc:docMk/>
            <pc:sldMk cId="3900557906" sldId="257"/>
            <ac:spMk id="9" creationId="{9F7D5CDA-D291-4307-BF55-1381FED29634}"/>
          </ac:spMkLst>
        </pc:spChg>
        <pc:spChg chg="add">
          <ac:chgData name="Ramandeep Singh" userId="S::ramandeep.singh@edu.novia.fi::94ff4dc5-4f43-44e1-94bb-e865274bba20" providerId="AD" clId="Web-{6C4CBCDF-D471-176B-79A9-168CF80BB9E5}" dt="2026-06-30T23:31:18.214" v="1"/>
          <ac:spMkLst>
            <pc:docMk/>
            <pc:sldMk cId="3900557906" sldId="257"/>
            <ac:spMk id="11" creationId="{59B296B9-C5A5-4E4F-9B60-C907B5F1466C}"/>
          </ac:spMkLst>
        </pc:spChg>
        <pc:spChg chg="add">
          <ac:chgData name="Ramandeep Singh" userId="S::ramandeep.singh@edu.novia.fi::94ff4dc5-4f43-44e1-94bb-e865274bba20" providerId="AD" clId="Web-{6C4CBCDF-D471-176B-79A9-168CF80BB9E5}" dt="2026-06-30T23:31:18.214" v="1"/>
          <ac:spMkLst>
            <pc:docMk/>
            <pc:sldMk cId="3900557906" sldId="257"/>
            <ac:spMk id="13" creationId="{D0300FD3-5AF1-6305-15FA-9078072672E2}"/>
          </ac:spMkLst>
        </pc:spChg>
        <pc:picChg chg="add">
          <ac:chgData name="Ramandeep Singh" userId="S::ramandeep.singh@edu.novia.fi::94ff4dc5-4f43-44e1-94bb-e865274bba20" providerId="AD" clId="Web-{6C4CBCDF-D471-176B-79A9-168CF80BB9E5}" dt="2026-06-30T23:31:18.214" v="1"/>
          <ac:picMkLst>
            <pc:docMk/>
            <pc:sldMk cId="3900557906" sldId="257"/>
            <ac:picMk id="5" creationId="{C01B5DE7-50B4-36EA-79BC-6788F8134787}"/>
          </ac:picMkLst>
        </pc:picChg>
      </pc:sldChg>
      <pc:sldChg chg="addSp delSp modSp mod setBg">
        <pc:chgData name="Ramandeep Singh" userId="S::ramandeep.singh@edu.novia.fi::94ff4dc5-4f43-44e1-94bb-e865274bba20" providerId="AD" clId="Web-{6C4CBCDF-D471-176B-79A9-168CF80BB9E5}" dt="2026-06-30T23:37:00.889" v="9" actId="14100"/>
        <pc:sldMkLst>
          <pc:docMk/>
          <pc:sldMk cId="1558324137" sldId="258"/>
        </pc:sldMkLst>
        <pc:spChg chg="mod">
          <ac:chgData name="Ramandeep Singh" userId="S::ramandeep.singh@edu.novia.fi::94ff4dc5-4f43-44e1-94bb-e865274bba20" providerId="AD" clId="Web-{6C4CBCDF-D471-176B-79A9-168CF80BB9E5}" dt="2026-06-30T23:32:26.761" v="2"/>
          <ac:spMkLst>
            <pc:docMk/>
            <pc:sldMk cId="1558324137" sldId="258"/>
            <ac:spMk id="2" creationId="{C99005A4-0F2A-DDF0-B6DF-3F63908030ED}"/>
          </ac:spMkLst>
        </pc:spChg>
        <pc:spChg chg="del">
          <ac:chgData name="Ramandeep Singh" userId="S::ramandeep.singh@edu.novia.fi::94ff4dc5-4f43-44e1-94bb-e865274bba20" providerId="AD" clId="Web-{6C4CBCDF-D471-176B-79A9-168CF80BB9E5}" dt="2026-06-30T23:32:26.761" v="2"/>
          <ac:spMkLst>
            <pc:docMk/>
            <pc:sldMk cId="1558324137" sldId="258"/>
            <ac:spMk id="3" creationId="{388DE405-9924-5E7F-41B8-AC3F5E7B70F4}"/>
          </ac:spMkLst>
        </pc:spChg>
        <pc:spChg chg="add">
          <ac:chgData name="Ramandeep Singh" userId="S::ramandeep.singh@edu.novia.fi::94ff4dc5-4f43-44e1-94bb-e865274bba20" providerId="AD" clId="Web-{6C4CBCDF-D471-176B-79A9-168CF80BB9E5}" dt="2026-06-30T23:32:26.761" v="2"/>
          <ac:spMkLst>
            <pc:docMk/>
            <pc:sldMk cId="1558324137" sldId="258"/>
            <ac:spMk id="9" creationId="{BACC6370-2D7E-4714-9D71-7542949D7D5D}"/>
          </ac:spMkLst>
        </pc:spChg>
        <pc:spChg chg="add">
          <ac:chgData name="Ramandeep Singh" userId="S::ramandeep.singh@edu.novia.fi::94ff4dc5-4f43-44e1-94bb-e865274bba20" providerId="AD" clId="Web-{6C4CBCDF-D471-176B-79A9-168CF80BB9E5}" dt="2026-06-30T23:32:26.761" v="2"/>
          <ac:spMkLst>
            <pc:docMk/>
            <pc:sldMk cId="1558324137" sldId="258"/>
            <ac:spMk id="11" creationId="{F68B3F68-107C-434F-AA38-110D5EA91B85}"/>
          </ac:spMkLst>
        </pc:spChg>
        <pc:spChg chg="add">
          <ac:chgData name="Ramandeep Singh" userId="S::ramandeep.singh@edu.novia.fi::94ff4dc5-4f43-44e1-94bb-e865274bba20" providerId="AD" clId="Web-{6C4CBCDF-D471-176B-79A9-168CF80BB9E5}" dt="2026-06-30T23:32:26.761" v="2"/>
          <ac:spMkLst>
            <pc:docMk/>
            <pc:sldMk cId="1558324137" sldId="258"/>
            <ac:spMk id="13" creationId="{AAD0DBB9-1A4B-4391-81D4-CB19F9AB918A}"/>
          </ac:spMkLst>
        </pc:spChg>
        <pc:spChg chg="add">
          <ac:chgData name="Ramandeep Singh" userId="S::ramandeep.singh@edu.novia.fi::94ff4dc5-4f43-44e1-94bb-e865274bba20" providerId="AD" clId="Web-{6C4CBCDF-D471-176B-79A9-168CF80BB9E5}" dt="2026-06-30T23:32:26.761" v="2"/>
          <ac:spMkLst>
            <pc:docMk/>
            <pc:sldMk cId="1558324137" sldId="258"/>
            <ac:spMk id="15" creationId="{063BBA22-50EA-4C4D-BE05-F1CE4E63AA56}"/>
          </ac:spMkLst>
        </pc:spChg>
        <pc:graphicFrameChg chg="add mod modGraphic">
          <ac:chgData name="Ramandeep Singh" userId="S::ramandeep.singh@edu.novia.fi::94ff4dc5-4f43-44e1-94bb-e865274bba20" providerId="AD" clId="Web-{6C4CBCDF-D471-176B-79A9-168CF80BB9E5}" dt="2026-06-30T23:37:00.889" v="9" actId="14100"/>
          <ac:graphicFrameMkLst>
            <pc:docMk/>
            <pc:sldMk cId="1558324137" sldId="258"/>
            <ac:graphicFrameMk id="5" creationId="{8AF01283-2F4C-6F0E-0535-D55AA2316EFF}"/>
          </ac:graphicFrameMkLst>
        </pc:graphicFrameChg>
      </pc:sldChg>
      <pc:sldChg chg="addSp delSp modSp mod setBg">
        <pc:chgData name="Ramandeep Singh" userId="S::ramandeep.singh@edu.novia.fi::94ff4dc5-4f43-44e1-94bb-e865274bba20" providerId="AD" clId="Web-{6C4CBCDF-D471-176B-79A9-168CF80BB9E5}" dt="2026-06-30T23:38:44.327" v="33" actId="20577"/>
        <pc:sldMkLst>
          <pc:docMk/>
          <pc:sldMk cId="2932269916" sldId="259"/>
        </pc:sldMkLst>
        <pc:spChg chg="mod">
          <ac:chgData name="Ramandeep Singh" userId="S::ramandeep.singh@edu.novia.fi::94ff4dc5-4f43-44e1-94bb-e865274bba20" providerId="AD" clId="Web-{6C4CBCDF-D471-176B-79A9-168CF80BB9E5}" dt="2026-06-30T23:36:32.217" v="8"/>
          <ac:spMkLst>
            <pc:docMk/>
            <pc:sldMk cId="2932269916" sldId="259"/>
            <ac:spMk id="2" creationId="{55267348-2A8D-1DF5-4FAA-FB3558327014}"/>
          </ac:spMkLst>
        </pc:spChg>
        <pc:spChg chg="del">
          <ac:chgData name="Ramandeep Singh" userId="S::ramandeep.singh@edu.novia.fi::94ff4dc5-4f43-44e1-94bb-e865274bba20" providerId="AD" clId="Web-{6C4CBCDF-D471-176B-79A9-168CF80BB9E5}" dt="2026-06-30T23:34:09.418" v="5"/>
          <ac:spMkLst>
            <pc:docMk/>
            <pc:sldMk cId="2932269916" sldId="259"/>
            <ac:spMk id="3" creationId="{D5E2C68C-EF47-1F05-5224-0B57E3AE756F}"/>
          </ac:spMkLst>
        </pc:spChg>
        <pc:spChg chg="add del">
          <ac:chgData name="Ramandeep Singh" userId="S::ramandeep.singh@edu.novia.fi::94ff4dc5-4f43-44e1-94bb-e865274bba20" providerId="AD" clId="Web-{6C4CBCDF-D471-176B-79A9-168CF80BB9E5}" dt="2026-06-30T23:36:03.514" v="7"/>
          <ac:spMkLst>
            <pc:docMk/>
            <pc:sldMk cId="2932269916" sldId="259"/>
            <ac:spMk id="9" creationId="{2E442304-DDBD-4F7B-8017-36BCC863FB40}"/>
          </ac:spMkLst>
        </pc:spChg>
        <pc:spChg chg="add del">
          <ac:chgData name="Ramandeep Singh" userId="S::ramandeep.singh@edu.novia.fi::94ff4dc5-4f43-44e1-94bb-e865274bba20" providerId="AD" clId="Web-{6C4CBCDF-D471-176B-79A9-168CF80BB9E5}" dt="2026-06-30T23:36:03.514" v="7"/>
          <ac:spMkLst>
            <pc:docMk/>
            <pc:sldMk cId="2932269916" sldId="259"/>
            <ac:spMk id="11" creationId="{5E107275-3853-46FD-A241-DE4355A42675}"/>
          </ac:spMkLst>
        </pc:spChg>
        <pc:spChg chg="add del">
          <ac:chgData name="Ramandeep Singh" userId="S::ramandeep.singh@edu.novia.fi::94ff4dc5-4f43-44e1-94bb-e865274bba20" providerId="AD" clId="Web-{6C4CBCDF-D471-176B-79A9-168CF80BB9E5}" dt="2026-06-30T23:36:32.217" v="8"/>
          <ac:spMkLst>
            <pc:docMk/>
            <pc:sldMk cId="2932269916" sldId="259"/>
            <ac:spMk id="16" creationId="{6C4028FD-8BAA-4A19-BFDE-594D991B7552}"/>
          </ac:spMkLst>
        </pc:spChg>
        <pc:spChg chg="add">
          <ac:chgData name="Ramandeep Singh" userId="S::ramandeep.singh@edu.novia.fi::94ff4dc5-4f43-44e1-94bb-e865274bba20" providerId="AD" clId="Web-{6C4CBCDF-D471-176B-79A9-168CF80BB9E5}" dt="2026-06-30T23:36:32.217" v="8"/>
          <ac:spMkLst>
            <pc:docMk/>
            <pc:sldMk cId="2932269916" sldId="259"/>
            <ac:spMk id="21" creationId="{BACC6370-2D7E-4714-9D71-7542949D7D5D}"/>
          </ac:spMkLst>
        </pc:spChg>
        <pc:spChg chg="add">
          <ac:chgData name="Ramandeep Singh" userId="S::ramandeep.singh@edu.novia.fi::94ff4dc5-4f43-44e1-94bb-e865274bba20" providerId="AD" clId="Web-{6C4CBCDF-D471-176B-79A9-168CF80BB9E5}" dt="2026-06-30T23:36:32.217" v="8"/>
          <ac:spMkLst>
            <pc:docMk/>
            <pc:sldMk cId="2932269916" sldId="259"/>
            <ac:spMk id="23" creationId="{F68B3F68-107C-434F-AA38-110D5EA91B85}"/>
          </ac:spMkLst>
        </pc:spChg>
        <pc:spChg chg="add">
          <ac:chgData name="Ramandeep Singh" userId="S::ramandeep.singh@edu.novia.fi::94ff4dc5-4f43-44e1-94bb-e865274bba20" providerId="AD" clId="Web-{6C4CBCDF-D471-176B-79A9-168CF80BB9E5}" dt="2026-06-30T23:36:32.217" v="8"/>
          <ac:spMkLst>
            <pc:docMk/>
            <pc:sldMk cId="2932269916" sldId="259"/>
            <ac:spMk id="25" creationId="{AAD0DBB9-1A4B-4391-81D4-CB19F9AB918A}"/>
          </ac:spMkLst>
        </pc:spChg>
        <pc:spChg chg="add">
          <ac:chgData name="Ramandeep Singh" userId="S::ramandeep.singh@edu.novia.fi::94ff4dc5-4f43-44e1-94bb-e865274bba20" providerId="AD" clId="Web-{6C4CBCDF-D471-176B-79A9-168CF80BB9E5}" dt="2026-06-30T23:36:32.217" v="8"/>
          <ac:spMkLst>
            <pc:docMk/>
            <pc:sldMk cId="2932269916" sldId="259"/>
            <ac:spMk id="27" creationId="{063BBA22-50EA-4C4D-BE05-F1CE4E63AA56}"/>
          </ac:spMkLst>
        </pc:spChg>
        <pc:spChg chg="add del mod">
          <ac:chgData name="Ramandeep Singh" userId="S::ramandeep.singh@edu.novia.fi::94ff4dc5-4f43-44e1-94bb-e865274bba20" providerId="AD" clId="Web-{6C4CBCDF-D471-176B-79A9-168CF80BB9E5}" dt="2026-06-30T23:37:26.905" v="15"/>
          <ac:spMkLst>
            <pc:docMk/>
            <pc:sldMk cId="2932269916" sldId="259"/>
            <ac:spMk id="44" creationId="{80E246E1-28A2-5B96-5D0C-8015C24269E8}"/>
          </ac:spMkLst>
        </pc:spChg>
        <pc:spChg chg="add del mod">
          <ac:chgData name="Ramandeep Singh" userId="S::ramandeep.singh@edu.novia.fi::94ff4dc5-4f43-44e1-94bb-e865274bba20" providerId="AD" clId="Web-{6C4CBCDF-D471-176B-79A9-168CF80BB9E5}" dt="2026-06-30T23:38:13.671" v="20"/>
          <ac:spMkLst>
            <pc:docMk/>
            <pc:sldMk cId="2932269916" sldId="259"/>
            <ac:spMk id="68" creationId="{0DDFFB9C-BE5A-6F7A-C764-EC78EB483EC1}"/>
          </ac:spMkLst>
        </pc:spChg>
        <pc:graphicFrameChg chg="add del mod modGraphic">
          <ac:chgData name="Ramandeep Singh" userId="S::ramandeep.singh@edu.novia.fi::94ff4dc5-4f43-44e1-94bb-e865274bba20" providerId="AD" clId="Web-{6C4CBCDF-D471-176B-79A9-168CF80BB9E5}" dt="2026-06-30T23:38:00.624" v="18"/>
          <ac:graphicFrameMkLst>
            <pc:docMk/>
            <pc:sldMk cId="2932269916" sldId="259"/>
            <ac:graphicFrameMk id="5" creationId="{74455F4F-7222-478D-0A69-0D1446CB62AA}"/>
          </ac:graphicFrameMkLst>
        </pc:graphicFrameChg>
        <pc:graphicFrameChg chg="add del">
          <ac:chgData name="Ramandeep Singh" userId="S::ramandeep.singh@edu.novia.fi::94ff4dc5-4f43-44e1-94bb-e865274bba20" providerId="AD" clId="Web-{6C4CBCDF-D471-176B-79A9-168CF80BB9E5}" dt="2026-06-30T23:37:11.014" v="11"/>
          <ac:graphicFrameMkLst>
            <pc:docMk/>
            <pc:sldMk cId="2932269916" sldId="259"/>
            <ac:graphicFrameMk id="28" creationId="{92AAFB13-0F1E-8198-072B-C0D5BE5106D5}"/>
          </ac:graphicFrameMkLst>
        </pc:graphicFrameChg>
        <pc:graphicFrameChg chg="add del">
          <ac:chgData name="Ramandeep Singh" userId="S::ramandeep.singh@edu.novia.fi::94ff4dc5-4f43-44e1-94bb-e865274bba20" providerId="AD" clId="Web-{6C4CBCDF-D471-176B-79A9-168CF80BB9E5}" dt="2026-06-30T23:37:24.155" v="14"/>
          <ac:graphicFrameMkLst>
            <pc:docMk/>
            <pc:sldMk cId="2932269916" sldId="259"/>
            <ac:graphicFrameMk id="46" creationId="{C4D0C560-8F26-E324-0296-82AD7261F512}"/>
          </ac:graphicFrameMkLst>
        </pc:graphicFrameChg>
        <pc:graphicFrameChg chg="add modGraphic">
          <ac:chgData name="Ramandeep Singh" userId="S::ramandeep.singh@edu.novia.fi::94ff4dc5-4f43-44e1-94bb-e865274bba20" providerId="AD" clId="Web-{6C4CBCDF-D471-176B-79A9-168CF80BB9E5}" dt="2026-06-30T23:38:44.327" v="33" actId="20577"/>
          <ac:graphicFrameMkLst>
            <pc:docMk/>
            <pc:sldMk cId="2932269916" sldId="259"/>
            <ac:graphicFrameMk id="70" creationId="{41713091-C5A2-C30A-576D-6DC6655A9B60}"/>
          </ac:graphicFrameMkLst>
        </pc:graphicFrameChg>
      </pc:sldChg>
      <pc:sldChg chg="addSp modSp mod setBg">
        <pc:chgData name="Ramandeep Singh" userId="S::ramandeep.singh@edu.novia.fi::94ff4dc5-4f43-44e1-94bb-e865274bba20" providerId="AD" clId="Web-{6C4CBCDF-D471-176B-79A9-168CF80BB9E5}" dt="2026-06-30T23:39:43.796" v="34"/>
        <pc:sldMkLst>
          <pc:docMk/>
          <pc:sldMk cId="3212268272" sldId="261"/>
        </pc:sldMkLst>
        <pc:spChg chg="mod ord">
          <ac:chgData name="Ramandeep Singh" userId="S::ramandeep.singh@edu.novia.fi::94ff4dc5-4f43-44e1-94bb-e865274bba20" providerId="AD" clId="Web-{6C4CBCDF-D471-176B-79A9-168CF80BB9E5}" dt="2026-06-30T23:39:43.796" v="34"/>
          <ac:spMkLst>
            <pc:docMk/>
            <pc:sldMk cId="3212268272" sldId="261"/>
            <ac:spMk id="2" creationId="{A72C43E8-884C-0C56-9DC2-2F5EF5A6E30A}"/>
          </ac:spMkLst>
        </pc:spChg>
        <pc:spChg chg="add">
          <ac:chgData name="Ramandeep Singh" userId="S::ramandeep.singh@edu.novia.fi::94ff4dc5-4f43-44e1-94bb-e865274bba20" providerId="AD" clId="Web-{6C4CBCDF-D471-176B-79A9-168CF80BB9E5}" dt="2026-06-30T23:39:43.796" v="34"/>
          <ac:spMkLst>
            <pc:docMk/>
            <pc:sldMk cId="3212268272" sldId="261"/>
            <ac:spMk id="8" creationId="{19D32F93-50AC-4C46-A5DB-291C60DDB7BD}"/>
          </ac:spMkLst>
        </pc:spChg>
        <pc:spChg chg="add">
          <ac:chgData name="Ramandeep Singh" userId="S::ramandeep.singh@edu.novia.fi::94ff4dc5-4f43-44e1-94bb-e865274bba20" providerId="AD" clId="Web-{6C4CBCDF-D471-176B-79A9-168CF80BB9E5}" dt="2026-06-30T23:39:43.796" v="34"/>
          <ac:spMkLst>
            <pc:docMk/>
            <pc:sldMk cId="3212268272" sldId="261"/>
            <ac:spMk id="10" creationId="{827DC2C4-B485-428A-BF4A-472D2967F47F}"/>
          </ac:spMkLst>
        </pc:spChg>
        <pc:spChg chg="add">
          <ac:chgData name="Ramandeep Singh" userId="S::ramandeep.singh@edu.novia.fi::94ff4dc5-4f43-44e1-94bb-e865274bba20" providerId="AD" clId="Web-{6C4CBCDF-D471-176B-79A9-168CF80BB9E5}" dt="2026-06-30T23:39:43.796" v="34"/>
          <ac:spMkLst>
            <pc:docMk/>
            <pc:sldMk cId="3212268272" sldId="261"/>
            <ac:spMk id="12" creationId="{EE04B5EB-F158-4507-90DD-BD23620C7CC9}"/>
          </ac:spMkLst>
        </pc:spChg>
        <pc:picChg chg="mod">
          <ac:chgData name="Ramandeep Singh" userId="S::ramandeep.singh@edu.novia.fi::94ff4dc5-4f43-44e1-94bb-e865274bba20" providerId="AD" clId="Web-{6C4CBCDF-D471-176B-79A9-168CF80BB9E5}" dt="2026-06-30T23:39:43.796" v="34"/>
          <ac:picMkLst>
            <pc:docMk/>
            <pc:sldMk cId="3212268272" sldId="261"/>
            <ac:picMk id="3" creationId="{DF54B3AF-DEC0-B858-0F50-2CBC74D92CF2}"/>
          </ac:picMkLst>
        </pc:picChg>
      </pc:sldChg>
      <pc:sldChg chg="addSp modSp mod setBg">
        <pc:chgData name="Ramandeep Singh" userId="S::ramandeep.singh@edu.novia.fi::94ff4dc5-4f43-44e1-94bb-e865274bba20" providerId="AD" clId="Web-{6C4CBCDF-D471-176B-79A9-168CF80BB9E5}" dt="2026-06-30T23:40:01.562" v="35"/>
        <pc:sldMkLst>
          <pc:docMk/>
          <pc:sldMk cId="3935816440" sldId="262"/>
        </pc:sldMkLst>
        <pc:spChg chg="mod ord">
          <ac:chgData name="Ramandeep Singh" userId="S::ramandeep.singh@edu.novia.fi::94ff4dc5-4f43-44e1-94bb-e865274bba20" providerId="AD" clId="Web-{6C4CBCDF-D471-176B-79A9-168CF80BB9E5}" dt="2026-06-30T23:40:01.562" v="35"/>
          <ac:spMkLst>
            <pc:docMk/>
            <pc:sldMk cId="3935816440" sldId="262"/>
            <ac:spMk id="2" creationId="{7D4ABAA7-3462-0DCC-4C32-BAEA5217EEF2}"/>
          </ac:spMkLst>
        </pc:spChg>
        <pc:spChg chg="add">
          <ac:chgData name="Ramandeep Singh" userId="S::ramandeep.singh@edu.novia.fi::94ff4dc5-4f43-44e1-94bb-e865274bba20" providerId="AD" clId="Web-{6C4CBCDF-D471-176B-79A9-168CF80BB9E5}" dt="2026-06-30T23:40:01.562" v="35"/>
          <ac:spMkLst>
            <pc:docMk/>
            <pc:sldMk cId="3935816440" sldId="262"/>
            <ac:spMk id="9" creationId="{B9D7E975-9161-4F2D-AC53-69E1912F6B5D}"/>
          </ac:spMkLst>
        </pc:spChg>
        <pc:spChg chg="add">
          <ac:chgData name="Ramandeep Singh" userId="S::ramandeep.singh@edu.novia.fi::94ff4dc5-4f43-44e1-94bb-e865274bba20" providerId="AD" clId="Web-{6C4CBCDF-D471-176B-79A9-168CF80BB9E5}" dt="2026-06-30T23:40:01.562" v="35"/>
          <ac:spMkLst>
            <pc:docMk/>
            <pc:sldMk cId="3935816440" sldId="262"/>
            <ac:spMk id="11" creationId="{827DC2C4-B485-428A-BF4A-472D2967F47F}"/>
          </ac:spMkLst>
        </pc:spChg>
        <pc:spChg chg="add">
          <ac:chgData name="Ramandeep Singh" userId="S::ramandeep.singh@edu.novia.fi::94ff4dc5-4f43-44e1-94bb-e865274bba20" providerId="AD" clId="Web-{6C4CBCDF-D471-176B-79A9-168CF80BB9E5}" dt="2026-06-30T23:40:01.562" v="35"/>
          <ac:spMkLst>
            <pc:docMk/>
            <pc:sldMk cId="3935816440" sldId="262"/>
            <ac:spMk id="13" creationId="{463E6235-1649-4B47-9862-4026FC473B6F}"/>
          </ac:spMkLst>
        </pc:spChg>
        <pc:picChg chg="mod">
          <ac:chgData name="Ramandeep Singh" userId="S::ramandeep.singh@edu.novia.fi::94ff4dc5-4f43-44e1-94bb-e865274bba20" providerId="AD" clId="Web-{6C4CBCDF-D471-176B-79A9-168CF80BB9E5}" dt="2026-06-30T23:40:01.562" v="35"/>
          <ac:picMkLst>
            <pc:docMk/>
            <pc:sldMk cId="3935816440" sldId="262"/>
            <ac:picMk id="4" creationId="{1CA94527-EDBD-CECA-4BCF-B007BF4E6A8A}"/>
          </ac:picMkLst>
        </pc:picChg>
      </pc:sldChg>
      <pc:sldChg chg="addSp modSp mod setBg">
        <pc:chgData name="Ramandeep Singh" userId="S::ramandeep.singh@edu.novia.fi::94ff4dc5-4f43-44e1-94bb-e865274bba20" providerId="AD" clId="Web-{6C4CBCDF-D471-176B-79A9-168CF80BB9E5}" dt="2026-06-30T23:40:09.374" v="36"/>
        <pc:sldMkLst>
          <pc:docMk/>
          <pc:sldMk cId="1453332532" sldId="263"/>
        </pc:sldMkLst>
        <pc:spChg chg="mod ord">
          <ac:chgData name="Ramandeep Singh" userId="S::ramandeep.singh@edu.novia.fi::94ff4dc5-4f43-44e1-94bb-e865274bba20" providerId="AD" clId="Web-{6C4CBCDF-D471-176B-79A9-168CF80BB9E5}" dt="2026-06-30T23:40:09.374" v="36"/>
          <ac:spMkLst>
            <pc:docMk/>
            <pc:sldMk cId="1453332532" sldId="263"/>
            <ac:spMk id="2" creationId="{AADDBD16-BB45-5F53-5624-A3EB2B6E6662}"/>
          </ac:spMkLst>
        </pc:spChg>
        <pc:spChg chg="add">
          <ac:chgData name="Ramandeep Singh" userId="S::ramandeep.singh@edu.novia.fi::94ff4dc5-4f43-44e1-94bb-e865274bba20" providerId="AD" clId="Web-{6C4CBCDF-D471-176B-79A9-168CF80BB9E5}" dt="2026-06-30T23:40:09.374" v="36"/>
          <ac:spMkLst>
            <pc:docMk/>
            <pc:sldMk cId="1453332532" sldId="263"/>
            <ac:spMk id="8" creationId="{19D32F93-50AC-4C46-A5DB-291C60DDB7BD}"/>
          </ac:spMkLst>
        </pc:spChg>
        <pc:spChg chg="add">
          <ac:chgData name="Ramandeep Singh" userId="S::ramandeep.singh@edu.novia.fi::94ff4dc5-4f43-44e1-94bb-e865274bba20" providerId="AD" clId="Web-{6C4CBCDF-D471-176B-79A9-168CF80BB9E5}" dt="2026-06-30T23:40:09.374" v="36"/>
          <ac:spMkLst>
            <pc:docMk/>
            <pc:sldMk cId="1453332532" sldId="263"/>
            <ac:spMk id="10" creationId="{827DC2C4-B485-428A-BF4A-472D2967F47F}"/>
          </ac:spMkLst>
        </pc:spChg>
        <pc:spChg chg="add">
          <ac:chgData name="Ramandeep Singh" userId="S::ramandeep.singh@edu.novia.fi::94ff4dc5-4f43-44e1-94bb-e865274bba20" providerId="AD" clId="Web-{6C4CBCDF-D471-176B-79A9-168CF80BB9E5}" dt="2026-06-30T23:40:09.374" v="36"/>
          <ac:spMkLst>
            <pc:docMk/>
            <pc:sldMk cId="1453332532" sldId="263"/>
            <ac:spMk id="12" creationId="{EE04B5EB-F158-4507-90DD-BD23620C7CC9}"/>
          </ac:spMkLst>
        </pc:spChg>
        <pc:picChg chg="mod">
          <ac:chgData name="Ramandeep Singh" userId="S::ramandeep.singh@edu.novia.fi::94ff4dc5-4f43-44e1-94bb-e865274bba20" providerId="AD" clId="Web-{6C4CBCDF-D471-176B-79A9-168CF80BB9E5}" dt="2026-06-30T23:40:09.374" v="36"/>
          <ac:picMkLst>
            <pc:docMk/>
            <pc:sldMk cId="1453332532" sldId="263"/>
            <ac:picMk id="3" creationId="{752DEE9E-1F75-33EE-051C-9C1A69358C84}"/>
          </ac:picMkLst>
        </pc:picChg>
      </pc:sldChg>
      <pc:sldChg chg="addSp modSp mod setBg">
        <pc:chgData name="Ramandeep Singh" userId="S::ramandeep.singh@edu.novia.fi::94ff4dc5-4f43-44e1-94bb-e865274bba20" providerId="AD" clId="Web-{6C4CBCDF-D471-176B-79A9-168CF80BB9E5}" dt="2026-06-30T23:40:17.687" v="37"/>
        <pc:sldMkLst>
          <pc:docMk/>
          <pc:sldMk cId="1938561511" sldId="264"/>
        </pc:sldMkLst>
        <pc:spChg chg="mod ord">
          <ac:chgData name="Ramandeep Singh" userId="S::ramandeep.singh@edu.novia.fi::94ff4dc5-4f43-44e1-94bb-e865274bba20" providerId="AD" clId="Web-{6C4CBCDF-D471-176B-79A9-168CF80BB9E5}" dt="2026-06-30T23:40:17.687" v="37"/>
          <ac:spMkLst>
            <pc:docMk/>
            <pc:sldMk cId="1938561511" sldId="264"/>
            <ac:spMk id="2" creationId="{CEBFDEAD-C9C0-5787-99F3-379D4725738C}"/>
          </ac:spMkLst>
        </pc:spChg>
        <pc:spChg chg="add">
          <ac:chgData name="Ramandeep Singh" userId="S::ramandeep.singh@edu.novia.fi::94ff4dc5-4f43-44e1-94bb-e865274bba20" providerId="AD" clId="Web-{6C4CBCDF-D471-176B-79A9-168CF80BB9E5}" dt="2026-06-30T23:40:17.687" v="37"/>
          <ac:spMkLst>
            <pc:docMk/>
            <pc:sldMk cId="1938561511" sldId="264"/>
            <ac:spMk id="9" creationId="{19D32F93-50AC-4C46-A5DB-291C60DDB7BD}"/>
          </ac:spMkLst>
        </pc:spChg>
        <pc:spChg chg="add">
          <ac:chgData name="Ramandeep Singh" userId="S::ramandeep.singh@edu.novia.fi::94ff4dc5-4f43-44e1-94bb-e865274bba20" providerId="AD" clId="Web-{6C4CBCDF-D471-176B-79A9-168CF80BB9E5}" dt="2026-06-30T23:40:17.687" v="37"/>
          <ac:spMkLst>
            <pc:docMk/>
            <pc:sldMk cId="1938561511" sldId="264"/>
            <ac:spMk id="11" creationId="{827DC2C4-B485-428A-BF4A-472D2967F47F}"/>
          </ac:spMkLst>
        </pc:spChg>
        <pc:spChg chg="add">
          <ac:chgData name="Ramandeep Singh" userId="S::ramandeep.singh@edu.novia.fi::94ff4dc5-4f43-44e1-94bb-e865274bba20" providerId="AD" clId="Web-{6C4CBCDF-D471-176B-79A9-168CF80BB9E5}" dt="2026-06-30T23:40:17.687" v="37"/>
          <ac:spMkLst>
            <pc:docMk/>
            <pc:sldMk cId="1938561511" sldId="264"/>
            <ac:spMk id="13" creationId="{EE04B5EB-F158-4507-90DD-BD23620C7CC9}"/>
          </ac:spMkLst>
        </pc:spChg>
        <pc:picChg chg="mod">
          <ac:chgData name="Ramandeep Singh" userId="S::ramandeep.singh@edu.novia.fi::94ff4dc5-4f43-44e1-94bb-e865274bba20" providerId="AD" clId="Web-{6C4CBCDF-D471-176B-79A9-168CF80BB9E5}" dt="2026-06-30T23:40:17.687" v="37"/>
          <ac:picMkLst>
            <pc:docMk/>
            <pc:sldMk cId="1938561511" sldId="264"/>
            <ac:picMk id="4" creationId="{E4E66388-7A9F-FC48-E5B4-C039C6A662C2}"/>
          </ac:picMkLst>
        </pc:picChg>
      </pc:sldChg>
      <pc:sldChg chg="addSp modSp mod setBg">
        <pc:chgData name="Ramandeep Singh" userId="S::ramandeep.singh@edu.novia.fi::94ff4dc5-4f43-44e1-94bb-e865274bba20" providerId="AD" clId="Web-{6C4CBCDF-D471-176B-79A9-168CF80BB9E5}" dt="2026-06-30T23:40:29.015" v="38"/>
        <pc:sldMkLst>
          <pc:docMk/>
          <pc:sldMk cId="988109796" sldId="265"/>
        </pc:sldMkLst>
        <pc:spChg chg="mod ord">
          <ac:chgData name="Ramandeep Singh" userId="S::ramandeep.singh@edu.novia.fi::94ff4dc5-4f43-44e1-94bb-e865274bba20" providerId="AD" clId="Web-{6C4CBCDF-D471-176B-79A9-168CF80BB9E5}" dt="2026-06-30T23:40:29.015" v="38"/>
          <ac:spMkLst>
            <pc:docMk/>
            <pc:sldMk cId="988109796" sldId="265"/>
            <ac:spMk id="2" creationId="{1D31F9EB-8D43-1085-C2C9-B44B774F6708}"/>
          </ac:spMkLst>
        </pc:spChg>
        <pc:spChg chg="add">
          <ac:chgData name="Ramandeep Singh" userId="S::ramandeep.singh@edu.novia.fi::94ff4dc5-4f43-44e1-94bb-e865274bba20" providerId="AD" clId="Web-{6C4CBCDF-D471-176B-79A9-168CF80BB9E5}" dt="2026-06-30T23:40:29.015" v="38"/>
          <ac:spMkLst>
            <pc:docMk/>
            <pc:sldMk cId="988109796" sldId="265"/>
            <ac:spMk id="10" creationId="{19D32F93-50AC-4C46-A5DB-291C60DDB7BD}"/>
          </ac:spMkLst>
        </pc:spChg>
        <pc:spChg chg="add">
          <ac:chgData name="Ramandeep Singh" userId="S::ramandeep.singh@edu.novia.fi::94ff4dc5-4f43-44e1-94bb-e865274bba20" providerId="AD" clId="Web-{6C4CBCDF-D471-176B-79A9-168CF80BB9E5}" dt="2026-06-30T23:40:29.015" v="38"/>
          <ac:spMkLst>
            <pc:docMk/>
            <pc:sldMk cId="988109796" sldId="265"/>
            <ac:spMk id="12" creationId="{827DC2C4-B485-428A-BF4A-472D2967F47F}"/>
          </ac:spMkLst>
        </pc:spChg>
        <pc:spChg chg="add">
          <ac:chgData name="Ramandeep Singh" userId="S::ramandeep.singh@edu.novia.fi::94ff4dc5-4f43-44e1-94bb-e865274bba20" providerId="AD" clId="Web-{6C4CBCDF-D471-176B-79A9-168CF80BB9E5}" dt="2026-06-30T23:40:29.015" v="38"/>
          <ac:spMkLst>
            <pc:docMk/>
            <pc:sldMk cId="988109796" sldId="265"/>
            <ac:spMk id="14" creationId="{EE04B5EB-F158-4507-90DD-BD23620C7CC9}"/>
          </ac:spMkLst>
        </pc:spChg>
        <pc:picChg chg="mod">
          <ac:chgData name="Ramandeep Singh" userId="S::ramandeep.singh@edu.novia.fi::94ff4dc5-4f43-44e1-94bb-e865274bba20" providerId="AD" clId="Web-{6C4CBCDF-D471-176B-79A9-168CF80BB9E5}" dt="2026-06-30T23:40:29.015" v="38"/>
          <ac:picMkLst>
            <pc:docMk/>
            <pc:sldMk cId="988109796" sldId="265"/>
            <ac:picMk id="5" creationId="{6C339571-D4B4-A017-D98F-A14F426C4807}"/>
          </ac:picMkLst>
        </pc:picChg>
      </pc:sldChg>
      <pc:sldChg chg="addSp modSp mod setBg">
        <pc:chgData name="Ramandeep Singh" userId="S::ramandeep.singh@edu.novia.fi::94ff4dc5-4f43-44e1-94bb-e865274bba20" providerId="AD" clId="Web-{6C4CBCDF-D471-176B-79A9-168CF80BB9E5}" dt="2026-06-30T23:40:36.374" v="39"/>
        <pc:sldMkLst>
          <pc:docMk/>
          <pc:sldMk cId="3644463176" sldId="266"/>
        </pc:sldMkLst>
        <pc:spChg chg="mod ord">
          <ac:chgData name="Ramandeep Singh" userId="S::ramandeep.singh@edu.novia.fi::94ff4dc5-4f43-44e1-94bb-e865274bba20" providerId="AD" clId="Web-{6C4CBCDF-D471-176B-79A9-168CF80BB9E5}" dt="2026-06-30T23:40:36.374" v="39"/>
          <ac:spMkLst>
            <pc:docMk/>
            <pc:sldMk cId="3644463176" sldId="266"/>
            <ac:spMk id="2" creationId="{DFA8A7B7-9FEC-8CED-C54C-E0272A0201B2}"/>
          </ac:spMkLst>
        </pc:spChg>
        <pc:spChg chg="add">
          <ac:chgData name="Ramandeep Singh" userId="S::ramandeep.singh@edu.novia.fi::94ff4dc5-4f43-44e1-94bb-e865274bba20" providerId="AD" clId="Web-{6C4CBCDF-D471-176B-79A9-168CF80BB9E5}" dt="2026-06-30T23:40:36.374" v="39"/>
          <ac:spMkLst>
            <pc:docMk/>
            <pc:sldMk cId="3644463176" sldId="266"/>
            <ac:spMk id="8" creationId="{19D32F93-50AC-4C46-A5DB-291C60DDB7BD}"/>
          </ac:spMkLst>
        </pc:spChg>
        <pc:spChg chg="add">
          <ac:chgData name="Ramandeep Singh" userId="S::ramandeep.singh@edu.novia.fi::94ff4dc5-4f43-44e1-94bb-e865274bba20" providerId="AD" clId="Web-{6C4CBCDF-D471-176B-79A9-168CF80BB9E5}" dt="2026-06-30T23:40:36.374" v="39"/>
          <ac:spMkLst>
            <pc:docMk/>
            <pc:sldMk cId="3644463176" sldId="266"/>
            <ac:spMk id="10" creationId="{827DC2C4-B485-428A-BF4A-472D2967F47F}"/>
          </ac:spMkLst>
        </pc:spChg>
        <pc:spChg chg="add">
          <ac:chgData name="Ramandeep Singh" userId="S::ramandeep.singh@edu.novia.fi::94ff4dc5-4f43-44e1-94bb-e865274bba20" providerId="AD" clId="Web-{6C4CBCDF-D471-176B-79A9-168CF80BB9E5}" dt="2026-06-30T23:40:36.374" v="39"/>
          <ac:spMkLst>
            <pc:docMk/>
            <pc:sldMk cId="3644463176" sldId="266"/>
            <ac:spMk id="12" creationId="{EE04B5EB-F158-4507-90DD-BD23620C7CC9}"/>
          </ac:spMkLst>
        </pc:spChg>
        <pc:picChg chg="mod">
          <ac:chgData name="Ramandeep Singh" userId="S::ramandeep.singh@edu.novia.fi::94ff4dc5-4f43-44e1-94bb-e865274bba20" providerId="AD" clId="Web-{6C4CBCDF-D471-176B-79A9-168CF80BB9E5}" dt="2026-06-30T23:40:36.374" v="39"/>
          <ac:picMkLst>
            <pc:docMk/>
            <pc:sldMk cId="3644463176" sldId="266"/>
            <ac:picMk id="3" creationId="{7BC5852F-1E77-668B-E8DE-4AA0EC6BCC13}"/>
          </ac:picMkLst>
        </pc:picChg>
      </pc:sldChg>
      <pc:sldChg chg="addSp delSp modSp">
        <pc:chgData name="Ramandeep Singh" userId="S::ramandeep.singh@edu.novia.fi::94ff4dc5-4f43-44e1-94bb-e865274bba20" providerId="AD" clId="Web-{6C4CBCDF-D471-176B-79A9-168CF80BB9E5}" dt="2026-06-30T23:41:21.452" v="46"/>
        <pc:sldMkLst>
          <pc:docMk/>
          <pc:sldMk cId="4133913432" sldId="267"/>
        </pc:sldMkLst>
        <pc:spChg chg="mod">
          <ac:chgData name="Ramandeep Singh" userId="S::ramandeep.singh@edu.novia.fi::94ff4dc5-4f43-44e1-94bb-e865274bba20" providerId="AD" clId="Web-{6C4CBCDF-D471-176B-79A9-168CF80BB9E5}" dt="2026-06-30T23:41:21.452" v="46"/>
          <ac:spMkLst>
            <pc:docMk/>
            <pc:sldMk cId="4133913432" sldId="267"/>
            <ac:spMk id="3" creationId="{CCC3AEED-EDC4-295F-C763-761DD55826FE}"/>
          </ac:spMkLst>
        </pc:spChg>
        <pc:spChg chg="add del">
          <ac:chgData name="Ramandeep Singh" userId="S::ramandeep.singh@edu.novia.fi::94ff4dc5-4f43-44e1-94bb-e865274bba20" providerId="AD" clId="Web-{6C4CBCDF-D471-176B-79A9-168CF80BB9E5}" dt="2026-06-30T23:41:21.452" v="46"/>
          <ac:spMkLst>
            <pc:docMk/>
            <pc:sldMk cId="4133913432" sldId="267"/>
            <ac:spMk id="31" creationId="{53E5B1A8-3AC9-4BD1-9BBC-78CA94F2D1BA}"/>
          </ac:spMkLst>
        </pc:spChg>
        <pc:spChg chg="add del">
          <ac:chgData name="Ramandeep Singh" userId="S::ramandeep.singh@edu.novia.fi::94ff4dc5-4f43-44e1-94bb-e865274bba20" providerId="AD" clId="Web-{6C4CBCDF-D471-176B-79A9-168CF80BB9E5}" dt="2026-06-30T23:41:21.452" v="46"/>
          <ac:spMkLst>
            <pc:docMk/>
            <pc:sldMk cId="4133913432" sldId="267"/>
            <ac:spMk id="49" creationId="{1B15ED52-F352-441B-82BF-E0EA34836D08}"/>
          </ac:spMkLst>
        </pc:spChg>
        <pc:spChg chg="add del">
          <ac:chgData name="Ramandeep Singh" userId="S::ramandeep.singh@edu.novia.fi::94ff4dc5-4f43-44e1-94bb-e865274bba20" providerId="AD" clId="Web-{6C4CBCDF-D471-176B-79A9-168CF80BB9E5}" dt="2026-06-30T23:41:21.452" v="46"/>
          <ac:spMkLst>
            <pc:docMk/>
            <pc:sldMk cId="4133913432" sldId="267"/>
            <ac:spMk id="50" creationId="{3B2E3793-BFE6-45A2-9B7B-E18844431C99}"/>
          </ac:spMkLst>
        </pc:spChg>
        <pc:spChg chg="add del">
          <ac:chgData name="Ramandeep Singh" userId="S::ramandeep.singh@edu.novia.fi::94ff4dc5-4f43-44e1-94bb-e865274bba20" providerId="AD" clId="Web-{6C4CBCDF-D471-176B-79A9-168CF80BB9E5}" dt="2026-06-30T23:41:21.452" v="46"/>
          <ac:spMkLst>
            <pc:docMk/>
            <pc:sldMk cId="4133913432" sldId="267"/>
            <ac:spMk id="51" creationId="{BC4C4868-CB8F-4AF9-9CDB-8108F2C19B67}"/>
          </ac:spMkLst>
        </pc:spChg>
        <pc:spChg chg="add del">
          <ac:chgData name="Ramandeep Singh" userId="S::ramandeep.singh@edu.novia.fi::94ff4dc5-4f43-44e1-94bb-e865274bba20" providerId="AD" clId="Web-{6C4CBCDF-D471-176B-79A9-168CF80BB9E5}" dt="2026-06-30T23:41:21.452" v="46"/>
          <ac:spMkLst>
            <pc:docMk/>
            <pc:sldMk cId="4133913432" sldId="267"/>
            <ac:spMk id="52" creationId="{375E0459-6403-40CD-989D-56A4407CA12E}"/>
          </ac:spMkLst>
        </pc:spChg>
        <pc:spChg chg="add del">
          <ac:chgData name="Ramandeep Singh" userId="S::ramandeep.singh@edu.novia.fi::94ff4dc5-4f43-44e1-94bb-e865274bba20" providerId="AD" clId="Web-{6C4CBCDF-D471-176B-79A9-168CF80BB9E5}" dt="2026-06-30T23:41:15.952" v="43"/>
          <ac:spMkLst>
            <pc:docMk/>
            <pc:sldMk cId="4133913432" sldId="267"/>
            <ac:spMk id="57" creationId="{D038248A-211C-4EEC-8401-C761B929FB52}"/>
          </ac:spMkLst>
        </pc:spChg>
        <pc:spChg chg="add del">
          <ac:chgData name="Ramandeep Singh" userId="S::ramandeep.singh@edu.novia.fi::94ff4dc5-4f43-44e1-94bb-e865274bba20" providerId="AD" clId="Web-{6C4CBCDF-D471-176B-79A9-168CF80BB9E5}" dt="2026-06-30T23:41:15.952" v="43"/>
          <ac:spMkLst>
            <pc:docMk/>
            <pc:sldMk cId="4133913432" sldId="267"/>
            <ac:spMk id="59" creationId="{C30A849F-66D9-40C8-BEC8-35AFF8F4568F}"/>
          </ac:spMkLst>
        </pc:spChg>
        <pc:spChg chg="add del">
          <ac:chgData name="Ramandeep Singh" userId="S::ramandeep.singh@edu.novia.fi::94ff4dc5-4f43-44e1-94bb-e865274bba20" providerId="AD" clId="Web-{6C4CBCDF-D471-176B-79A9-168CF80BB9E5}" dt="2026-06-30T23:41:12.515" v="41"/>
          <ac:spMkLst>
            <pc:docMk/>
            <pc:sldMk cId="4133913432" sldId="267"/>
            <ac:spMk id="61" creationId="{5D7F64A8-D625-4F61-A290-B499BB62ACFF}"/>
          </ac:spMkLst>
        </pc:spChg>
        <pc:spChg chg="add del">
          <ac:chgData name="Ramandeep Singh" userId="S::ramandeep.singh@edu.novia.fi::94ff4dc5-4f43-44e1-94bb-e865274bba20" providerId="AD" clId="Web-{6C4CBCDF-D471-176B-79A9-168CF80BB9E5}" dt="2026-06-30T23:41:21.452" v="45"/>
          <ac:spMkLst>
            <pc:docMk/>
            <pc:sldMk cId="4133913432" sldId="267"/>
            <ac:spMk id="64" creationId="{D5B0017B-2ECA-49AF-B397-DC140825DF8D}"/>
          </ac:spMkLst>
        </pc:spChg>
        <pc:spChg chg="add del">
          <ac:chgData name="Ramandeep Singh" userId="S::ramandeep.singh@edu.novia.fi::94ff4dc5-4f43-44e1-94bb-e865274bba20" providerId="AD" clId="Web-{6C4CBCDF-D471-176B-79A9-168CF80BB9E5}" dt="2026-06-30T23:41:21.452" v="45"/>
          <ac:spMkLst>
            <pc:docMk/>
            <pc:sldMk cId="4133913432" sldId="267"/>
            <ac:spMk id="73" creationId="{B6CDA21F-E7AF-4C75-8395-33F58D5B0E45}"/>
          </ac:spMkLst>
        </pc:spChg>
        <pc:spChg chg="add">
          <ac:chgData name="Ramandeep Singh" userId="S::ramandeep.singh@edu.novia.fi::94ff4dc5-4f43-44e1-94bb-e865274bba20" providerId="AD" clId="Web-{6C4CBCDF-D471-176B-79A9-168CF80BB9E5}" dt="2026-06-30T23:41:21.452" v="46"/>
          <ac:spMkLst>
            <pc:docMk/>
            <pc:sldMk cId="4133913432" sldId="267"/>
            <ac:spMk id="78" creationId="{5D7F64A8-D625-4F61-A290-B499BB62ACFF}"/>
          </ac:spMkLst>
        </pc:spChg>
        <pc:grpChg chg="add del">
          <ac:chgData name="Ramandeep Singh" userId="S::ramandeep.singh@edu.novia.fi::94ff4dc5-4f43-44e1-94bb-e865274bba20" providerId="AD" clId="Web-{6C4CBCDF-D471-176B-79A9-168CF80BB9E5}" dt="2026-06-30T23:41:15.952" v="43"/>
          <ac:grpSpMkLst>
            <pc:docMk/>
            <pc:sldMk cId="4133913432" sldId="267"/>
            <ac:grpSpMk id="66" creationId="{04542298-A2B1-480F-A11C-A40EDD19B857}"/>
          </ac:grpSpMkLst>
        </pc:grpChg>
        <pc:grpChg chg="add del">
          <ac:chgData name="Ramandeep Singh" userId="S::ramandeep.singh@edu.novia.fi::94ff4dc5-4f43-44e1-94bb-e865274bba20" providerId="AD" clId="Web-{6C4CBCDF-D471-176B-79A9-168CF80BB9E5}" dt="2026-06-30T23:41:15.952" v="43"/>
          <ac:grpSpMkLst>
            <pc:docMk/>
            <pc:sldMk cId="4133913432" sldId="267"/>
            <ac:grpSpMk id="67" creationId="{2A5C9C35-2375-49EB-B99C-17C87D42FE7C}"/>
          </ac:grpSpMkLst>
        </pc:grpChg>
        <pc:grpChg chg="add del">
          <ac:chgData name="Ramandeep Singh" userId="S::ramandeep.singh@edu.novia.fi::94ff4dc5-4f43-44e1-94bb-e865274bba20" providerId="AD" clId="Web-{6C4CBCDF-D471-176B-79A9-168CF80BB9E5}" dt="2026-06-30T23:41:21.452" v="45"/>
          <ac:grpSpMkLst>
            <pc:docMk/>
            <pc:sldMk cId="4133913432" sldId="267"/>
            <ac:grpSpMk id="74" creationId="{AE1C45F0-260A-458C-96ED-C1F6D2151219}"/>
          </ac:grpSpMkLst>
        </pc:grpChg>
        <pc:picChg chg="add del">
          <ac:chgData name="Ramandeep Singh" userId="S::ramandeep.singh@edu.novia.fi::94ff4dc5-4f43-44e1-94bb-e865274bba20" providerId="AD" clId="Web-{6C4CBCDF-D471-176B-79A9-168CF80BB9E5}" dt="2026-06-30T23:41:12.515" v="41"/>
          <ac:picMkLst>
            <pc:docMk/>
            <pc:sldMk cId="4133913432" sldId="267"/>
            <ac:picMk id="56" creationId="{9D65BC48-BFC1-0A3B-D409-60FEDD856EDF}"/>
          </ac:picMkLst>
        </pc:picChg>
        <pc:picChg chg="add del">
          <ac:chgData name="Ramandeep Singh" userId="S::ramandeep.singh@edu.novia.fi::94ff4dc5-4f43-44e1-94bb-e865274bba20" providerId="AD" clId="Web-{6C4CBCDF-D471-176B-79A9-168CF80BB9E5}" dt="2026-06-30T23:41:12.515" v="41"/>
          <ac:picMkLst>
            <pc:docMk/>
            <pc:sldMk cId="4133913432" sldId="267"/>
            <ac:picMk id="58" creationId="{52D2F094-C182-41A0-9C36-BF81425A77C7}"/>
          </ac:picMkLst>
        </pc:picChg>
        <pc:picChg chg="add">
          <ac:chgData name="Ramandeep Singh" userId="S::ramandeep.singh@edu.novia.fi::94ff4dc5-4f43-44e1-94bb-e865274bba20" providerId="AD" clId="Web-{6C4CBCDF-D471-176B-79A9-168CF80BB9E5}" dt="2026-06-30T23:41:21.452" v="46"/>
          <ac:picMkLst>
            <pc:docMk/>
            <pc:sldMk cId="4133913432" sldId="267"/>
            <ac:picMk id="79" creationId="{9D65BC48-BFC1-0A3B-D409-60FEDD856EDF}"/>
          </ac:picMkLst>
        </pc:picChg>
        <pc:picChg chg="add">
          <ac:chgData name="Ramandeep Singh" userId="S::ramandeep.singh@edu.novia.fi::94ff4dc5-4f43-44e1-94bb-e865274bba20" providerId="AD" clId="Web-{6C4CBCDF-D471-176B-79A9-168CF80BB9E5}" dt="2026-06-30T23:41:21.452" v="46"/>
          <ac:picMkLst>
            <pc:docMk/>
            <pc:sldMk cId="4133913432" sldId="267"/>
            <ac:picMk id="80" creationId="{52D2F094-C182-41A0-9C36-BF81425A77C7}"/>
          </ac:picMkLst>
        </pc:picChg>
        <pc:cxnChg chg="add del">
          <ac:chgData name="Ramandeep Singh" userId="S::ramandeep.singh@edu.novia.fi::94ff4dc5-4f43-44e1-94bb-e865274bba20" providerId="AD" clId="Web-{6C4CBCDF-D471-176B-79A9-168CF80BB9E5}" dt="2026-06-30T23:41:21.452" v="45"/>
          <ac:cxnSpMkLst>
            <pc:docMk/>
            <pc:sldMk cId="4133913432" sldId="267"/>
            <ac:cxnSpMk id="76" creationId="{6CF1BAF6-AD41-4082-B212-8A1F9A2E8779}"/>
          </ac:cxnSpMkLst>
        </pc:cxnChg>
      </pc:sldChg>
    </pc:docChg>
  </pc:docChgLst>
  <pc:docChgLst>
    <pc:chgData name="Ramandeep Singh" userId="S::ramandeep.singh@edu.novia.fi::94ff4dc5-4f43-44e1-94bb-e865274bba20" providerId="AD" clId="Web-{69994D2F-1341-76A1-590F-EA82AB4B0832}"/>
    <pc:docChg chg="addSld delSld modSld">
      <pc:chgData name="Ramandeep Singh" userId="S::ramandeep.singh@edu.novia.fi::94ff4dc5-4f43-44e1-94bb-e865274bba20" providerId="AD" clId="Web-{69994D2F-1341-76A1-590F-EA82AB4B0832}" dt="2026-06-30T23:29:15.703" v="755" actId="20577"/>
      <pc:docMkLst>
        <pc:docMk/>
      </pc:docMkLst>
      <pc:sldChg chg="delSp modSp">
        <pc:chgData name="Ramandeep Singh" userId="S::ramandeep.singh@edu.novia.fi::94ff4dc5-4f43-44e1-94bb-e865274bba20" providerId="AD" clId="Web-{69994D2F-1341-76A1-590F-EA82AB4B0832}" dt="2026-06-30T23:18:50.440" v="640"/>
        <pc:sldMkLst>
          <pc:docMk/>
          <pc:sldMk cId="109857222" sldId="256"/>
        </pc:sldMkLst>
        <pc:spChg chg="mod">
          <ac:chgData name="Ramandeep Singh" userId="S::ramandeep.singh@edu.novia.fi::94ff4dc5-4f43-44e1-94bb-e865274bba20" providerId="AD" clId="Web-{69994D2F-1341-76A1-590F-EA82AB4B0832}" dt="2026-06-30T21:51:52.927" v="8" actId="20577"/>
          <ac:spMkLst>
            <pc:docMk/>
            <pc:sldMk cId="109857222" sldId="256"/>
            <ac:spMk id="2" creationId="{00000000-0000-0000-0000-000000000000}"/>
          </ac:spMkLst>
        </pc:spChg>
        <pc:spChg chg="del">
          <ac:chgData name="Ramandeep Singh" userId="S::ramandeep.singh@edu.novia.fi::94ff4dc5-4f43-44e1-94bb-e865274bba20" providerId="AD" clId="Web-{69994D2F-1341-76A1-590F-EA82AB4B0832}" dt="2026-06-30T23:18:50.440" v="640"/>
          <ac:spMkLst>
            <pc:docMk/>
            <pc:sldMk cId="109857222" sldId="256"/>
            <ac:spMk id="3" creationId="{00000000-0000-0000-0000-000000000000}"/>
          </ac:spMkLst>
        </pc:spChg>
      </pc:sldChg>
      <pc:sldChg chg="modSp new">
        <pc:chgData name="Ramandeep Singh" userId="S::ramandeep.singh@edu.novia.fi::94ff4dc5-4f43-44e1-94bb-e865274bba20" providerId="AD" clId="Web-{69994D2F-1341-76A1-590F-EA82AB4B0832}" dt="2026-06-30T23:25:50.188" v="724" actId="20577"/>
        <pc:sldMkLst>
          <pc:docMk/>
          <pc:sldMk cId="3900557906" sldId="257"/>
        </pc:sldMkLst>
        <pc:spChg chg="mod">
          <ac:chgData name="Ramandeep Singh" userId="S::ramandeep.singh@edu.novia.fi::94ff4dc5-4f43-44e1-94bb-e865274bba20" providerId="AD" clId="Web-{69994D2F-1341-76A1-590F-EA82AB4B0832}" dt="2026-06-30T21:55:57.155" v="186" actId="20577"/>
          <ac:spMkLst>
            <pc:docMk/>
            <pc:sldMk cId="3900557906" sldId="257"/>
            <ac:spMk id="2" creationId="{E300B5F5-BBA9-B2C8-F9F9-F8FE2AC99DAB}"/>
          </ac:spMkLst>
        </pc:spChg>
        <pc:spChg chg="mod">
          <ac:chgData name="Ramandeep Singh" userId="S::ramandeep.singh@edu.novia.fi::94ff4dc5-4f43-44e1-94bb-e865274bba20" providerId="AD" clId="Web-{69994D2F-1341-76A1-590F-EA82AB4B0832}" dt="2026-06-30T23:25:50.188" v="724" actId="20577"/>
          <ac:spMkLst>
            <pc:docMk/>
            <pc:sldMk cId="3900557906" sldId="257"/>
            <ac:spMk id="3" creationId="{FFF72D8C-5D51-6CC7-D2DD-033AD0E87B09}"/>
          </ac:spMkLst>
        </pc:spChg>
      </pc:sldChg>
      <pc:sldChg chg="modSp new">
        <pc:chgData name="Ramandeep Singh" userId="S::ramandeep.singh@edu.novia.fi::94ff4dc5-4f43-44e1-94bb-e865274bba20" providerId="AD" clId="Web-{69994D2F-1341-76A1-590F-EA82AB4B0832}" dt="2026-06-30T23:27:11.751" v="748" actId="20577"/>
        <pc:sldMkLst>
          <pc:docMk/>
          <pc:sldMk cId="1558324137" sldId="258"/>
        </pc:sldMkLst>
        <pc:spChg chg="mod">
          <ac:chgData name="Ramandeep Singh" userId="S::ramandeep.singh@edu.novia.fi::94ff4dc5-4f43-44e1-94bb-e865274bba20" providerId="AD" clId="Web-{69994D2F-1341-76A1-590F-EA82AB4B0832}" dt="2026-06-30T21:57:40.220" v="195" actId="20577"/>
          <ac:spMkLst>
            <pc:docMk/>
            <pc:sldMk cId="1558324137" sldId="258"/>
            <ac:spMk id="2" creationId="{C99005A4-0F2A-DDF0-B6DF-3F63908030ED}"/>
          </ac:spMkLst>
        </pc:spChg>
        <pc:spChg chg="mod">
          <ac:chgData name="Ramandeep Singh" userId="S::ramandeep.singh@edu.novia.fi::94ff4dc5-4f43-44e1-94bb-e865274bba20" providerId="AD" clId="Web-{69994D2F-1341-76A1-590F-EA82AB4B0832}" dt="2026-06-30T23:27:11.751" v="748" actId="20577"/>
          <ac:spMkLst>
            <pc:docMk/>
            <pc:sldMk cId="1558324137" sldId="258"/>
            <ac:spMk id="3" creationId="{388DE405-9924-5E7F-41B8-AC3F5E7B70F4}"/>
          </ac:spMkLst>
        </pc:spChg>
      </pc:sldChg>
      <pc:sldChg chg="modSp add replId">
        <pc:chgData name="Ramandeep Singh" userId="S::ramandeep.singh@edu.novia.fi::94ff4dc5-4f43-44e1-94bb-e865274bba20" providerId="AD" clId="Web-{69994D2F-1341-76A1-590F-EA82AB4B0832}" dt="2026-06-30T22:02:00.508" v="311" actId="20577"/>
        <pc:sldMkLst>
          <pc:docMk/>
          <pc:sldMk cId="2932269916" sldId="259"/>
        </pc:sldMkLst>
        <pc:spChg chg="mod">
          <ac:chgData name="Ramandeep Singh" userId="S::ramandeep.singh@edu.novia.fi::94ff4dc5-4f43-44e1-94bb-e865274bba20" providerId="AD" clId="Web-{69994D2F-1341-76A1-590F-EA82AB4B0832}" dt="2026-06-30T21:58:51.769" v="239" actId="20577"/>
          <ac:spMkLst>
            <pc:docMk/>
            <pc:sldMk cId="2932269916" sldId="259"/>
            <ac:spMk id="2" creationId="{55267348-2A8D-1DF5-4FAA-FB3558327014}"/>
          </ac:spMkLst>
        </pc:spChg>
        <pc:spChg chg="mod">
          <ac:chgData name="Ramandeep Singh" userId="S::ramandeep.singh@edu.novia.fi::94ff4dc5-4f43-44e1-94bb-e865274bba20" providerId="AD" clId="Web-{69994D2F-1341-76A1-590F-EA82AB4B0832}" dt="2026-06-30T22:02:00.508" v="311" actId="20577"/>
          <ac:spMkLst>
            <pc:docMk/>
            <pc:sldMk cId="2932269916" sldId="259"/>
            <ac:spMk id="3" creationId="{D5E2C68C-EF47-1F05-5224-0B57E3AE756F}"/>
          </ac:spMkLst>
        </pc:spChg>
      </pc:sldChg>
      <pc:sldChg chg="addSp delSp modSp add del replId">
        <pc:chgData name="Ramandeep Singh" userId="S::ramandeep.singh@edu.novia.fi::94ff4dc5-4f43-44e1-94bb-e865274bba20" providerId="AD" clId="Web-{69994D2F-1341-76A1-590F-EA82AB4B0832}" dt="2026-06-30T22:44:54.553" v="487"/>
        <pc:sldMkLst>
          <pc:docMk/>
          <pc:sldMk cId="2806922906" sldId="260"/>
        </pc:sldMkLst>
        <pc:spChg chg="mod">
          <ac:chgData name="Ramandeep Singh" userId="S::ramandeep.singh@edu.novia.fi::94ff4dc5-4f43-44e1-94bb-e865274bba20" providerId="AD" clId="Web-{69994D2F-1341-76A1-590F-EA82AB4B0832}" dt="2026-06-30T22:41:16.505" v="467" actId="20577"/>
          <ac:spMkLst>
            <pc:docMk/>
            <pc:sldMk cId="2806922906" sldId="260"/>
            <ac:spMk id="2" creationId="{91E70075-9A84-2F4A-37B4-3ACF2E22D433}"/>
          </ac:spMkLst>
        </pc:spChg>
        <pc:spChg chg="del mod">
          <ac:chgData name="Ramandeep Singh" userId="S::ramandeep.singh@edu.novia.fi::94ff4dc5-4f43-44e1-94bb-e865274bba20" providerId="AD" clId="Web-{69994D2F-1341-76A1-590F-EA82AB4B0832}" dt="2026-06-30T22:41:16.755" v="468"/>
          <ac:spMkLst>
            <pc:docMk/>
            <pc:sldMk cId="2806922906" sldId="260"/>
            <ac:spMk id="3" creationId="{DC26FB3D-4615-120A-0ED8-3A5C13153D54}"/>
          </ac:spMkLst>
        </pc:spChg>
        <pc:picChg chg="add mod ord">
          <ac:chgData name="Ramandeep Singh" userId="S::ramandeep.singh@edu.novia.fi::94ff4dc5-4f43-44e1-94bb-e865274bba20" providerId="AD" clId="Web-{69994D2F-1341-76A1-590F-EA82AB4B0832}" dt="2026-06-30T22:42:45.551" v="475" actId="1076"/>
          <ac:picMkLst>
            <pc:docMk/>
            <pc:sldMk cId="2806922906" sldId="260"/>
            <ac:picMk id="4" creationId="{42741076-16F6-385F-669B-776C9438C0DC}"/>
          </ac:picMkLst>
        </pc:picChg>
      </pc:sldChg>
      <pc:sldChg chg="addSp delSp modSp add replId">
        <pc:chgData name="Ramandeep Singh" userId="S::ramandeep.singh@edu.novia.fi::94ff4dc5-4f43-44e1-94bb-e865274bba20" providerId="AD" clId="Web-{69994D2F-1341-76A1-590F-EA82AB4B0832}" dt="2026-06-30T22:53:43.554" v="530" actId="14100"/>
        <pc:sldMkLst>
          <pc:docMk/>
          <pc:sldMk cId="3212268272" sldId="261"/>
        </pc:sldMkLst>
        <pc:spChg chg="add del mod">
          <ac:chgData name="Ramandeep Singh" userId="S::ramandeep.singh@edu.novia.fi::94ff4dc5-4f43-44e1-94bb-e865274bba20" providerId="AD" clId="Web-{69994D2F-1341-76A1-590F-EA82AB4B0832}" dt="2026-06-30T22:44:18.035" v="483"/>
          <ac:spMkLst>
            <pc:docMk/>
            <pc:sldMk cId="3212268272" sldId="261"/>
            <ac:spMk id="6" creationId="{454FCBF0-E83F-ED4F-530A-6DF27A672F61}"/>
          </ac:spMkLst>
        </pc:spChg>
        <pc:picChg chg="add mod">
          <ac:chgData name="Ramandeep Singh" userId="S::ramandeep.singh@edu.novia.fi::94ff4dc5-4f43-44e1-94bb-e865274bba20" providerId="AD" clId="Web-{69994D2F-1341-76A1-590F-EA82AB4B0832}" dt="2026-06-30T22:53:43.554" v="530" actId="14100"/>
          <ac:picMkLst>
            <pc:docMk/>
            <pc:sldMk cId="3212268272" sldId="261"/>
            <ac:picMk id="3" creationId="{DF54B3AF-DEC0-B858-0F50-2CBC74D92CF2}"/>
          </ac:picMkLst>
        </pc:picChg>
        <pc:picChg chg="del">
          <ac:chgData name="Ramandeep Singh" userId="S::ramandeep.singh@edu.novia.fi::94ff4dc5-4f43-44e1-94bb-e865274bba20" providerId="AD" clId="Web-{69994D2F-1341-76A1-590F-EA82AB4B0832}" dt="2026-06-30T22:43:57.910" v="479"/>
          <ac:picMkLst>
            <pc:docMk/>
            <pc:sldMk cId="3212268272" sldId="261"/>
            <ac:picMk id="4" creationId="{81BBFC9E-BE92-C744-DD9F-64638ADFA981}"/>
          </ac:picMkLst>
        </pc:picChg>
      </pc:sldChg>
      <pc:sldChg chg="addSp delSp modSp add replId">
        <pc:chgData name="Ramandeep Singh" userId="S::ramandeep.singh@edu.novia.fi::94ff4dc5-4f43-44e1-94bb-e865274bba20" providerId="AD" clId="Web-{69994D2F-1341-76A1-590F-EA82AB4B0832}" dt="2026-06-30T23:21:08.971" v="648" actId="20577"/>
        <pc:sldMkLst>
          <pc:docMk/>
          <pc:sldMk cId="3935816440" sldId="262"/>
        </pc:sldMkLst>
        <pc:spChg chg="mod">
          <ac:chgData name="Ramandeep Singh" userId="S::ramandeep.singh@edu.novia.fi::94ff4dc5-4f43-44e1-94bb-e865274bba20" providerId="AD" clId="Web-{69994D2F-1341-76A1-590F-EA82AB4B0832}" dt="2026-06-30T23:21:08.971" v="648" actId="20577"/>
          <ac:spMkLst>
            <pc:docMk/>
            <pc:sldMk cId="3935816440" sldId="262"/>
            <ac:spMk id="2" creationId="{7D4ABAA7-3462-0DCC-4C32-BAEA5217EEF2}"/>
          </ac:spMkLst>
        </pc:spChg>
        <pc:picChg chg="del">
          <ac:chgData name="Ramandeep Singh" userId="S::ramandeep.singh@edu.novia.fi::94ff4dc5-4f43-44e1-94bb-e865274bba20" providerId="AD" clId="Web-{69994D2F-1341-76A1-590F-EA82AB4B0832}" dt="2026-06-30T22:47:06.177" v="507"/>
          <ac:picMkLst>
            <pc:docMk/>
            <pc:sldMk cId="3935816440" sldId="262"/>
            <ac:picMk id="3" creationId="{8F20AEED-AEF8-B1B1-8C8C-ADD3AC29F154}"/>
          </ac:picMkLst>
        </pc:picChg>
        <pc:picChg chg="add mod">
          <ac:chgData name="Ramandeep Singh" userId="S::ramandeep.singh@edu.novia.fi::94ff4dc5-4f43-44e1-94bb-e865274bba20" providerId="AD" clId="Web-{69994D2F-1341-76A1-590F-EA82AB4B0832}" dt="2026-06-30T22:49:45.508" v="510" actId="1076"/>
          <ac:picMkLst>
            <pc:docMk/>
            <pc:sldMk cId="3935816440" sldId="262"/>
            <ac:picMk id="4" creationId="{1CA94527-EDBD-CECA-4BCF-B007BF4E6A8A}"/>
          </ac:picMkLst>
        </pc:picChg>
      </pc:sldChg>
      <pc:sldChg chg="addSp delSp modSp add replId">
        <pc:chgData name="Ramandeep Singh" userId="S::ramandeep.singh@edu.novia.fi::94ff4dc5-4f43-44e1-94bb-e865274bba20" providerId="AD" clId="Web-{69994D2F-1341-76A1-590F-EA82AB4B0832}" dt="2026-06-30T23:22:02.877" v="661" actId="20577"/>
        <pc:sldMkLst>
          <pc:docMk/>
          <pc:sldMk cId="1453332532" sldId="263"/>
        </pc:sldMkLst>
        <pc:spChg chg="mod">
          <ac:chgData name="Ramandeep Singh" userId="S::ramandeep.singh@edu.novia.fi::94ff4dc5-4f43-44e1-94bb-e865274bba20" providerId="AD" clId="Web-{69994D2F-1341-76A1-590F-EA82AB4B0832}" dt="2026-06-30T23:22:02.877" v="661" actId="20577"/>
          <ac:spMkLst>
            <pc:docMk/>
            <pc:sldMk cId="1453332532" sldId="263"/>
            <ac:spMk id="2" creationId="{AADDBD16-BB45-5F53-5624-A3EB2B6E6662}"/>
          </ac:spMkLst>
        </pc:spChg>
        <pc:picChg chg="add mod">
          <ac:chgData name="Ramandeep Singh" userId="S::ramandeep.singh@edu.novia.fi::94ff4dc5-4f43-44e1-94bb-e865274bba20" providerId="AD" clId="Web-{69994D2F-1341-76A1-590F-EA82AB4B0832}" dt="2026-06-30T22:53:26.898" v="527"/>
          <ac:picMkLst>
            <pc:docMk/>
            <pc:sldMk cId="1453332532" sldId="263"/>
            <ac:picMk id="3" creationId="{752DEE9E-1F75-33EE-051C-9C1A69358C84}"/>
          </ac:picMkLst>
        </pc:picChg>
        <pc:picChg chg="del">
          <ac:chgData name="Ramandeep Singh" userId="S::ramandeep.singh@edu.novia.fi::94ff4dc5-4f43-44e1-94bb-e865274bba20" providerId="AD" clId="Web-{69994D2F-1341-76A1-590F-EA82AB4B0832}" dt="2026-06-30T22:52:32.023" v="526"/>
          <ac:picMkLst>
            <pc:docMk/>
            <pc:sldMk cId="1453332532" sldId="263"/>
            <ac:picMk id="4" creationId="{AE025F69-34F9-B4F1-3279-AD87A316829E}"/>
          </ac:picMkLst>
        </pc:picChg>
      </pc:sldChg>
      <pc:sldChg chg="addSp delSp modSp add replId">
        <pc:chgData name="Ramandeep Singh" userId="S::ramandeep.singh@edu.novia.fi::94ff4dc5-4f43-44e1-94bb-e865274bba20" providerId="AD" clId="Web-{69994D2F-1341-76A1-590F-EA82AB4B0832}" dt="2026-06-30T23:22:38.251" v="666" actId="20577"/>
        <pc:sldMkLst>
          <pc:docMk/>
          <pc:sldMk cId="1938561511" sldId="264"/>
        </pc:sldMkLst>
        <pc:spChg chg="mod">
          <ac:chgData name="Ramandeep Singh" userId="S::ramandeep.singh@edu.novia.fi::94ff4dc5-4f43-44e1-94bb-e865274bba20" providerId="AD" clId="Web-{69994D2F-1341-76A1-590F-EA82AB4B0832}" dt="2026-06-30T23:22:38.251" v="666" actId="20577"/>
          <ac:spMkLst>
            <pc:docMk/>
            <pc:sldMk cId="1938561511" sldId="264"/>
            <ac:spMk id="2" creationId="{CEBFDEAD-C9C0-5787-99F3-379D4725738C}"/>
          </ac:spMkLst>
        </pc:spChg>
        <pc:picChg chg="del">
          <ac:chgData name="Ramandeep Singh" userId="S::ramandeep.singh@edu.novia.fi::94ff4dc5-4f43-44e1-94bb-e865274bba20" providerId="AD" clId="Web-{69994D2F-1341-76A1-590F-EA82AB4B0832}" dt="2026-06-30T22:56:26.381" v="574"/>
          <ac:picMkLst>
            <pc:docMk/>
            <pc:sldMk cId="1938561511" sldId="264"/>
            <ac:picMk id="3" creationId="{9EE208F0-F021-2AA7-931D-D6AFC64A16B9}"/>
          </ac:picMkLst>
        </pc:picChg>
        <pc:picChg chg="add mod">
          <ac:chgData name="Ramandeep Singh" userId="S::ramandeep.singh@edu.novia.fi::94ff4dc5-4f43-44e1-94bb-e865274bba20" providerId="AD" clId="Web-{69994D2F-1341-76A1-590F-EA82AB4B0832}" dt="2026-06-30T22:58:24.381" v="576" actId="1076"/>
          <ac:picMkLst>
            <pc:docMk/>
            <pc:sldMk cId="1938561511" sldId="264"/>
            <ac:picMk id="4" creationId="{E4E66388-7A9F-FC48-E5B4-C039C6A662C2}"/>
          </ac:picMkLst>
        </pc:picChg>
      </pc:sldChg>
      <pc:sldChg chg="addSp delSp modSp add replId">
        <pc:chgData name="Ramandeep Singh" userId="S::ramandeep.singh@edu.novia.fi::94ff4dc5-4f43-44e1-94bb-e865274bba20" providerId="AD" clId="Web-{69994D2F-1341-76A1-590F-EA82AB4B0832}" dt="2026-06-30T23:22:52.173" v="670" actId="20577"/>
        <pc:sldMkLst>
          <pc:docMk/>
          <pc:sldMk cId="988109796" sldId="265"/>
        </pc:sldMkLst>
        <pc:spChg chg="mod">
          <ac:chgData name="Ramandeep Singh" userId="S::ramandeep.singh@edu.novia.fi::94ff4dc5-4f43-44e1-94bb-e865274bba20" providerId="AD" clId="Web-{69994D2F-1341-76A1-590F-EA82AB4B0832}" dt="2026-06-30T23:22:52.173" v="670" actId="20577"/>
          <ac:spMkLst>
            <pc:docMk/>
            <pc:sldMk cId="988109796" sldId="265"/>
            <ac:spMk id="2" creationId="{1D31F9EB-8D43-1085-C2C9-B44B774F6708}"/>
          </ac:spMkLst>
        </pc:spChg>
        <pc:picChg chg="add del mod">
          <ac:chgData name="Ramandeep Singh" userId="S::ramandeep.singh@edu.novia.fi::94ff4dc5-4f43-44e1-94bb-e865274bba20" providerId="AD" clId="Web-{69994D2F-1341-76A1-590F-EA82AB4B0832}" dt="2026-06-30T23:14:30.769" v="598"/>
          <ac:picMkLst>
            <pc:docMk/>
            <pc:sldMk cId="988109796" sldId="265"/>
            <ac:picMk id="3" creationId="{77BFE585-73F8-6AE2-BB5B-28469D37CA96}"/>
          </ac:picMkLst>
        </pc:picChg>
        <pc:picChg chg="del">
          <ac:chgData name="Ramandeep Singh" userId="S::ramandeep.singh@edu.novia.fi::94ff4dc5-4f43-44e1-94bb-e865274bba20" providerId="AD" clId="Web-{69994D2F-1341-76A1-590F-EA82AB4B0832}" dt="2026-06-30T23:07:37.692" v="578"/>
          <ac:picMkLst>
            <pc:docMk/>
            <pc:sldMk cId="988109796" sldId="265"/>
            <ac:picMk id="4" creationId="{2D4C6FCB-4AC6-44ED-1E95-800A8346900D}"/>
          </ac:picMkLst>
        </pc:picChg>
        <pc:picChg chg="add mod">
          <ac:chgData name="Ramandeep Singh" userId="S::ramandeep.singh@edu.novia.fi::94ff4dc5-4f43-44e1-94bb-e865274bba20" providerId="AD" clId="Web-{69994D2F-1341-76A1-590F-EA82AB4B0832}" dt="2026-06-30T23:15:15.300" v="599"/>
          <ac:picMkLst>
            <pc:docMk/>
            <pc:sldMk cId="988109796" sldId="265"/>
            <ac:picMk id="5" creationId="{6C339571-D4B4-A017-D98F-A14F426C4807}"/>
          </ac:picMkLst>
        </pc:picChg>
      </pc:sldChg>
      <pc:sldChg chg="addSp delSp modSp add replId">
        <pc:chgData name="Ramandeep Singh" userId="S::ramandeep.singh@edu.novia.fi::94ff4dc5-4f43-44e1-94bb-e865274bba20" providerId="AD" clId="Web-{69994D2F-1341-76A1-590F-EA82AB4B0832}" dt="2026-06-30T23:29:15.703" v="755" actId="20577"/>
        <pc:sldMkLst>
          <pc:docMk/>
          <pc:sldMk cId="3644463176" sldId="266"/>
        </pc:sldMkLst>
        <pc:spChg chg="mod">
          <ac:chgData name="Ramandeep Singh" userId="S::ramandeep.singh@edu.novia.fi::94ff4dc5-4f43-44e1-94bb-e865274bba20" providerId="AD" clId="Web-{69994D2F-1341-76A1-590F-EA82AB4B0832}" dt="2026-06-30T23:29:15.703" v="755" actId="20577"/>
          <ac:spMkLst>
            <pc:docMk/>
            <pc:sldMk cId="3644463176" sldId="266"/>
            <ac:spMk id="2" creationId="{DFA8A7B7-9FEC-8CED-C54C-E0272A0201B2}"/>
          </ac:spMkLst>
        </pc:spChg>
        <pc:picChg chg="add mod">
          <ac:chgData name="Ramandeep Singh" userId="S::ramandeep.singh@edu.novia.fi::94ff4dc5-4f43-44e1-94bb-e865274bba20" providerId="AD" clId="Web-{69994D2F-1341-76A1-590F-EA82AB4B0832}" dt="2026-06-30T23:16:48.018" v="602"/>
          <ac:picMkLst>
            <pc:docMk/>
            <pc:sldMk cId="3644463176" sldId="266"/>
            <ac:picMk id="3" creationId="{7BC5852F-1E77-668B-E8DE-4AA0EC6BCC13}"/>
          </ac:picMkLst>
        </pc:picChg>
        <pc:picChg chg="del">
          <ac:chgData name="Ramandeep Singh" userId="S::ramandeep.singh@edu.novia.fi::94ff4dc5-4f43-44e1-94bb-e865274bba20" providerId="AD" clId="Web-{69994D2F-1341-76A1-590F-EA82AB4B0832}" dt="2026-06-30T23:16:34.534" v="601"/>
          <ac:picMkLst>
            <pc:docMk/>
            <pc:sldMk cId="3644463176" sldId="266"/>
            <ac:picMk id="5" creationId="{E804E207-7B24-7C7A-6F76-FC2B400A0805}"/>
          </ac:picMkLst>
        </pc:picChg>
      </pc:sldChg>
      <pc:sldChg chg="addSp delSp modSp new mod setBg">
        <pc:chgData name="Ramandeep Singh" userId="S::ramandeep.singh@edu.novia.fi::94ff4dc5-4f43-44e1-94bb-e865274bba20" providerId="AD" clId="Web-{69994D2F-1341-76A1-590F-EA82AB4B0832}" dt="2026-06-30T23:18:34.393" v="639" actId="20577"/>
        <pc:sldMkLst>
          <pc:docMk/>
          <pc:sldMk cId="4133913432" sldId="267"/>
        </pc:sldMkLst>
        <pc:spChg chg="del">
          <ac:chgData name="Ramandeep Singh" userId="S::ramandeep.singh@edu.novia.fi::94ff4dc5-4f43-44e1-94bb-e865274bba20" providerId="AD" clId="Web-{69994D2F-1341-76A1-590F-EA82AB4B0832}" dt="2026-06-30T23:17:52.596" v="619"/>
          <ac:spMkLst>
            <pc:docMk/>
            <pc:sldMk cId="4133913432" sldId="267"/>
            <ac:spMk id="2" creationId="{4CF7C720-201E-80EF-B3E6-B34F590F58AE}"/>
          </ac:spMkLst>
        </pc:spChg>
        <pc:spChg chg="mod">
          <ac:chgData name="Ramandeep Singh" userId="S::ramandeep.singh@edu.novia.fi::94ff4dc5-4f43-44e1-94bb-e865274bba20" providerId="AD" clId="Web-{69994D2F-1341-76A1-590F-EA82AB4B0832}" dt="2026-06-30T23:18:34.393" v="639" actId="20577"/>
          <ac:spMkLst>
            <pc:docMk/>
            <pc:sldMk cId="4133913432" sldId="267"/>
            <ac:spMk id="3" creationId="{CCC3AEED-EDC4-295F-C763-761DD55826FE}"/>
          </ac:spMkLst>
        </pc:spChg>
        <pc:spChg chg="add del">
          <ac:chgData name="Ramandeep Singh" userId="S::ramandeep.singh@edu.novia.fi::94ff4dc5-4f43-44e1-94bb-e865274bba20" providerId="AD" clId="Web-{69994D2F-1341-76A1-590F-EA82AB4B0832}" dt="2026-06-30T23:18:26.409" v="637"/>
          <ac:spMkLst>
            <pc:docMk/>
            <pc:sldMk cId="4133913432" sldId="267"/>
            <ac:spMk id="8" creationId="{DEE2AD96-B495-4E06-9291-B71706F728CB}"/>
          </ac:spMkLst>
        </pc:spChg>
        <pc:spChg chg="add del">
          <ac:chgData name="Ramandeep Singh" userId="S::ramandeep.singh@edu.novia.fi::94ff4dc5-4f43-44e1-94bb-e865274bba20" providerId="AD" clId="Web-{69994D2F-1341-76A1-590F-EA82AB4B0832}" dt="2026-06-30T23:18:26.424" v="638"/>
          <ac:spMkLst>
            <pc:docMk/>
            <pc:sldMk cId="4133913432" sldId="267"/>
            <ac:spMk id="10" creationId="{53CF6D67-C5A8-4ADD-9E8E-1E38CA1D3166}"/>
          </ac:spMkLst>
        </pc:spChg>
        <pc:spChg chg="add del">
          <ac:chgData name="Ramandeep Singh" userId="S::ramandeep.singh@edu.novia.fi::94ff4dc5-4f43-44e1-94bb-e865274bba20" providerId="AD" clId="Web-{69994D2F-1341-76A1-590F-EA82AB4B0832}" dt="2026-06-30T23:18:26.424" v="638"/>
          <ac:spMkLst>
            <pc:docMk/>
            <pc:sldMk cId="4133913432" sldId="267"/>
            <ac:spMk id="12" creationId="{86909FA0-B515-4681-B7A8-FA281D133B94}"/>
          </ac:spMkLst>
        </pc:spChg>
        <pc:spChg chg="add del">
          <ac:chgData name="Ramandeep Singh" userId="S::ramandeep.singh@edu.novia.fi::94ff4dc5-4f43-44e1-94bb-e865274bba20" providerId="AD" clId="Web-{69994D2F-1341-76A1-590F-EA82AB4B0832}" dt="2026-06-30T23:18:26.424" v="638"/>
          <ac:spMkLst>
            <pc:docMk/>
            <pc:sldMk cId="4133913432" sldId="267"/>
            <ac:spMk id="14" creationId="{21C9FE86-FCC3-4A31-AA1C-C882262B7FE7}"/>
          </ac:spMkLst>
        </pc:spChg>
        <pc:spChg chg="add del">
          <ac:chgData name="Ramandeep Singh" userId="S::ramandeep.singh@edu.novia.fi::94ff4dc5-4f43-44e1-94bb-e865274bba20" providerId="AD" clId="Web-{69994D2F-1341-76A1-590F-EA82AB4B0832}" dt="2026-06-30T23:18:26.424" v="638"/>
          <ac:spMkLst>
            <pc:docMk/>
            <pc:sldMk cId="4133913432" sldId="267"/>
            <ac:spMk id="16" creationId="{7D96243B-ECED-4B71-8E06-AE9A285EAD20}"/>
          </ac:spMkLst>
        </pc:spChg>
        <pc:spChg chg="add del">
          <ac:chgData name="Ramandeep Singh" userId="S::ramandeep.singh@edu.novia.fi::94ff4dc5-4f43-44e1-94bb-e865274bba20" providerId="AD" clId="Web-{69994D2F-1341-76A1-590F-EA82AB4B0832}" dt="2026-06-30T23:18:26.409" v="637"/>
          <ac:spMkLst>
            <pc:docMk/>
            <pc:sldMk cId="4133913432" sldId="267"/>
            <ac:spMk id="18" creationId="{A09989E4-EFDC-4A90-A633-E0525FB4139E}"/>
          </ac:spMkLst>
        </pc:spChg>
        <pc:spChg chg="add del">
          <ac:chgData name="Ramandeep Singh" userId="S::ramandeep.singh@edu.novia.fi::94ff4dc5-4f43-44e1-94bb-e865274bba20" providerId="AD" clId="Web-{69994D2F-1341-76A1-590F-EA82AB4B0832}" dt="2026-06-30T23:18:20.080" v="633"/>
          <ac:spMkLst>
            <pc:docMk/>
            <pc:sldMk cId="4133913432" sldId="267"/>
            <ac:spMk id="23" creationId="{A7AE9375-4664-4DB2-922D-2782A6E439AC}"/>
          </ac:spMkLst>
        </pc:spChg>
        <pc:spChg chg="add del">
          <ac:chgData name="Ramandeep Singh" userId="S::ramandeep.singh@edu.novia.fi::94ff4dc5-4f43-44e1-94bb-e865274bba20" providerId="AD" clId="Web-{69994D2F-1341-76A1-590F-EA82AB4B0832}" dt="2026-06-30T23:18:17.502" v="631"/>
          <ac:spMkLst>
            <pc:docMk/>
            <pc:sldMk cId="4133913432" sldId="267"/>
            <ac:spMk id="24" creationId="{04812C46-200A-4DEB-A05E-3ED6C68C2387}"/>
          </ac:spMkLst>
        </pc:spChg>
        <pc:spChg chg="add del">
          <ac:chgData name="Ramandeep Singh" userId="S::ramandeep.singh@edu.novia.fi::94ff4dc5-4f43-44e1-94bb-e865274bba20" providerId="AD" clId="Web-{69994D2F-1341-76A1-590F-EA82AB4B0832}" dt="2026-06-30T23:18:14.909" v="629"/>
          <ac:spMkLst>
            <pc:docMk/>
            <pc:sldMk cId="4133913432" sldId="267"/>
            <ac:spMk id="25" creationId="{EDDBB197-D710-4A4F-A9CA-FD2177498BE8}"/>
          </ac:spMkLst>
        </pc:spChg>
        <pc:spChg chg="add del">
          <ac:chgData name="Ramandeep Singh" userId="S::ramandeep.singh@edu.novia.fi::94ff4dc5-4f43-44e1-94bb-e865274bba20" providerId="AD" clId="Web-{69994D2F-1341-76A1-590F-EA82AB4B0832}" dt="2026-06-30T23:18:17.502" v="631"/>
          <ac:spMkLst>
            <pc:docMk/>
            <pc:sldMk cId="4133913432" sldId="267"/>
            <ac:spMk id="26" creationId="{D1EA859B-E555-4109-94F3-6700E046E008}"/>
          </ac:spMkLst>
        </pc:spChg>
        <pc:spChg chg="add del">
          <ac:chgData name="Ramandeep Singh" userId="S::ramandeep.singh@edu.novia.fi::94ff4dc5-4f43-44e1-94bb-e865274bba20" providerId="AD" clId="Web-{69994D2F-1341-76A1-590F-EA82AB4B0832}" dt="2026-06-30T23:18:14.909" v="629"/>
          <ac:spMkLst>
            <pc:docMk/>
            <pc:sldMk cId="4133913432" sldId="267"/>
            <ac:spMk id="27" creationId="{975D1CFA-2CDB-4B64-BD9F-85744E8DA12F}"/>
          </ac:spMkLst>
        </pc:spChg>
        <pc:spChg chg="add del">
          <ac:chgData name="Ramandeep Singh" userId="S::ramandeep.singh@edu.novia.fi::94ff4dc5-4f43-44e1-94bb-e865274bba20" providerId="AD" clId="Web-{69994D2F-1341-76A1-590F-EA82AB4B0832}" dt="2026-06-30T23:18:20.080" v="633"/>
          <ac:spMkLst>
            <pc:docMk/>
            <pc:sldMk cId="4133913432" sldId="267"/>
            <ac:spMk id="30" creationId="{9DD005C1-8C51-42D6-9BEE-B9B83849743D}"/>
          </ac:spMkLst>
        </pc:spChg>
        <pc:spChg chg="add">
          <ac:chgData name="Ramandeep Singh" userId="S::ramandeep.singh@edu.novia.fi::94ff4dc5-4f43-44e1-94bb-e865274bba20" providerId="AD" clId="Web-{69994D2F-1341-76A1-590F-EA82AB4B0832}" dt="2026-06-30T23:18:26.424" v="638"/>
          <ac:spMkLst>
            <pc:docMk/>
            <pc:sldMk cId="4133913432" sldId="267"/>
            <ac:spMk id="31" creationId="{53E5B1A8-3AC9-4BD1-9BBC-78CA94F2D1BA}"/>
          </ac:spMkLst>
        </pc:spChg>
        <pc:spChg chg="add del">
          <ac:chgData name="Ramandeep Singh" userId="S::ramandeep.singh@edu.novia.fi::94ff4dc5-4f43-44e1-94bb-e865274bba20" providerId="AD" clId="Web-{69994D2F-1341-76A1-590F-EA82AB4B0832}" dt="2026-06-30T23:18:22.502" v="635"/>
          <ac:spMkLst>
            <pc:docMk/>
            <pc:sldMk cId="4133913432" sldId="267"/>
            <ac:spMk id="33" creationId="{B6CDA21F-E7AF-4C75-8395-33F58D5B0E45}"/>
          </ac:spMkLst>
        </pc:spChg>
        <pc:spChg chg="add del">
          <ac:chgData name="Ramandeep Singh" userId="S::ramandeep.singh@edu.novia.fi::94ff4dc5-4f43-44e1-94bb-e865274bba20" providerId="AD" clId="Web-{69994D2F-1341-76A1-590F-EA82AB4B0832}" dt="2026-06-30T23:18:22.502" v="635"/>
          <ac:spMkLst>
            <pc:docMk/>
            <pc:sldMk cId="4133913432" sldId="267"/>
            <ac:spMk id="38" creationId="{D5B0017B-2ECA-49AF-B397-DC140825DF8D}"/>
          </ac:spMkLst>
        </pc:spChg>
        <pc:spChg chg="add del">
          <ac:chgData name="Ramandeep Singh" userId="S::ramandeep.singh@edu.novia.fi::94ff4dc5-4f43-44e1-94bb-e865274bba20" providerId="AD" clId="Web-{69994D2F-1341-76A1-590F-EA82AB4B0832}" dt="2026-06-30T23:18:26.409" v="637"/>
          <ac:spMkLst>
            <pc:docMk/>
            <pc:sldMk cId="4133913432" sldId="267"/>
            <ac:spMk id="40" creationId="{D038248A-211C-4EEC-8401-C761B929FB52}"/>
          </ac:spMkLst>
        </pc:spChg>
        <pc:spChg chg="add del">
          <ac:chgData name="Ramandeep Singh" userId="S::ramandeep.singh@edu.novia.fi::94ff4dc5-4f43-44e1-94bb-e865274bba20" providerId="AD" clId="Web-{69994D2F-1341-76A1-590F-EA82AB4B0832}" dt="2026-06-30T23:18:26.409" v="637"/>
          <ac:spMkLst>
            <pc:docMk/>
            <pc:sldMk cId="4133913432" sldId="267"/>
            <ac:spMk id="41" creationId="{C30A849F-66D9-40C8-BEC8-35AFF8F4568F}"/>
          </ac:spMkLst>
        </pc:spChg>
        <pc:spChg chg="add">
          <ac:chgData name="Ramandeep Singh" userId="S::ramandeep.singh@edu.novia.fi::94ff4dc5-4f43-44e1-94bb-e865274bba20" providerId="AD" clId="Web-{69994D2F-1341-76A1-590F-EA82AB4B0832}" dt="2026-06-30T23:18:26.424" v="638"/>
          <ac:spMkLst>
            <pc:docMk/>
            <pc:sldMk cId="4133913432" sldId="267"/>
            <ac:spMk id="49" creationId="{1B15ED52-F352-441B-82BF-E0EA34836D08}"/>
          </ac:spMkLst>
        </pc:spChg>
        <pc:spChg chg="add">
          <ac:chgData name="Ramandeep Singh" userId="S::ramandeep.singh@edu.novia.fi::94ff4dc5-4f43-44e1-94bb-e865274bba20" providerId="AD" clId="Web-{69994D2F-1341-76A1-590F-EA82AB4B0832}" dt="2026-06-30T23:18:26.424" v="638"/>
          <ac:spMkLst>
            <pc:docMk/>
            <pc:sldMk cId="4133913432" sldId="267"/>
            <ac:spMk id="50" creationId="{3B2E3793-BFE6-45A2-9B7B-E18844431C99}"/>
          </ac:spMkLst>
        </pc:spChg>
        <pc:spChg chg="add">
          <ac:chgData name="Ramandeep Singh" userId="S::ramandeep.singh@edu.novia.fi::94ff4dc5-4f43-44e1-94bb-e865274bba20" providerId="AD" clId="Web-{69994D2F-1341-76A1-590F-EA82AB4B0832}" dt="2026-06-30T23:18:26.424" v="638"/>
          <ac:spMkLst>
            <pc:docMk/>
            <pc:sldMk cId="4133913432" sldId="267"/>
            <ac:spMk id="51" creationId="{BC4C4868-CB8F-4AF9-9CDB-8108F2C19B67}"/>
          </ac:spMkLst>
        </pc:spChg>
        <pc:spChg chg="add">
          <ac:chgData name="Ramandeep Singh" userId="S::ramandeep.singh@edu.novia.fi::94ff4dc5-4f43-44e1-94bb-e865274bba20" providerId="AD" clId="Web-{69994D2F-1341-76A1-590F-EA82AB4B0832}" dt="2026-06-30T23:18:26.424" v="638"/>
          <ac:spMkLst>
            <pc:docMk/>
            <pc:sldMk cId="4133913432" sldId="267"/>
            <ac:spMk id="52" creationId="{375E0459-6403-40CD-989D-56A4407CA12E}"/>
          </ac:spMkLst>
        </pc:spChg>
        <pc:grpChg chg="add del">
          <ac:chgData name="Ramandeep Singh" userId="S::ramandeep.singh@edu.novia.fi::94ff4dc5-4f43-44e1-94bb-e865274bba20" providerId="AD" clId="Web-{69994D2F-1341-76A1-590F-EA82AB4B0832}" dt="2026-06-30T23:18:22.502" v="635"/>
          <ac:grpSpMkLst>
            <pc:docMk/>
            <pc:sldMk cId="4133913432" sldId="267"/>
            <ac:grpSpMk id="34" creationId="{AE1C45F0-260A-458C-96ED-C1F6D2151219}"/>
          </ac:grpSpMkLst>
        </pc:grpChg>
        <pc:grpChg chg="add del">
          <ac:chgData name="Ramandeep Singh" userId="S::ramandeep.singh@edu.novia.fi::94ff4dc5-4f43-44e1-94bb-e865274bba20" providerId="AD" clId="Web-{69994D2F-1341-76A1-590F-EA82AB4B0832}" dt="2026-06-30T23:18:26.409" v="637"/>
          <ac:grpSpMkLst>
            <pc:docMk/>
            <pc:sldMk cId="4133913432" sldId="267"/>
            <ac:grpSpMk id="46" creationId="{2A5C9C35-2375-49EB-B99C-17C87D42FE7C}"/>
          </ac:grpSpMkLst>
        </pc:grpChg>
        <pc:picChg chg="add del">
          <ac:chgData name="Ramandeep Singh" userId="S::ramandeep.singh@edu.novia.fi::94ff4dc5-4f43-44e1-94bb-e865274bba20" providerId="AD" clId="Web-{69994D2F-1341-76A1-590F-EA82AB4B0832}" dt="2026-06-30T23:18:17.502" v="631"/>
          <ac:picMkLst>
            <pc:docMk/>
            <pc:sldMk cId="4133913432" sldId="267"/>
            <ac:picMk id="20" creationId="{202B90CC-4FD2-32B4-7E8F-FD8606F99494}"/>
          </ac:picMkLst>
        </pc:picChg>
        <pc:picChg chg="add del">
          <ac:chgData name="Ramandeep Singh" userId="S::ramandeep.singh@edu.novia.fi::94ff4dc5-4f43-44e1-94bb-e865274bba20" providerId="AD" clId="Web-{69994D2F-1341-76A1-590F-EA82AB4B0832}" dt="2026-06-30T23:18:14.909" v="629"/>
          <ac:picMkLst>
            <pc:docMk/>
            <pc:sldMk cId="4133913432" sldId="267"/>
            <ac:picMk id="22" creationId="{8579C105-F168-07AF-0433-C90670041422}"/>
          </ac:picMkLst>
        </pc:picChg>
        <pc:cxnChg chg="add del">
          <ac:chgData name="Ramandeep Singh" userId="S::ramandeep.singh@edu.novia.fi::94ff4dc5-4f43-44e1-94bb-e865274bba20" providerId="AD" clId="Web-{69994D2F-1341-76A1-590F-EA82AB4B0832}" dt="2026-06-30T23:18:20.080" v="633"/>
          <ac:cxnSpMkLst>
            <pc:docMk/>
            <pc:sldMk cId="4133913432" sldId="267"/>
            <ac:cxnSpMk id="28" creationId="{EE504C98-6397-41C1-A8D8-2D9C4ED307E0}"/>
          </ac:cxnSpMkLst>
        </pc:cxn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890EC1E-C328-4FB7-8DA6-42E4D39A1D0B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6947464-E232-4EE0-82D5-9738B83C3D01}">
      <dgm:prSet/>
      <dgm:spPr/>
      <dgm:t>
        <a:bodyPr/>
        <a:lstStyle/>
        <a:p>
          <a:r>
            <a:rPr lang="en-US"/>
            <a:t>Lists Chrome Bookmarks, all or folder-based</a:t>
          </a:r>
        </a:p>
      </dgm:t>
    </dgm:pt>
    <dgm:pt modelId="{68E0A933-E0B4-4D1E-83B3-396CBD05C9D5}" type="parTrans" cxnId="{9B92B235-441B-4B0A-ABF3-FAB6A33F0C32}">
      <dgm:prSet/>
      <dgm:spPr/>
      <dgm:t>
        <a:bodyPr/>
        <a:lstStyle/>
        <a:p>
          <a:endParaRPr lang="en-US"/>
        </a:p>
      </dgm:t>
    </dgm:pt>
    <dgm:pt modelId="{1226A80D-4CD9-4E0A-AE2F-3272EAEBB03E}" type="sibTrans" cxnId="{9B92B235-441B-4B0A-ABF3-FAB6A33F0C32}">
      <dgm:prSet/>
      <dgm:spPr/>
      <dgm:t>
        <a:bodyPr/>
        <a:lstStyle/>
        <a:p>
          <a:endParaRPr lang="en-US"/>
        </a:p>
      </dgm:t>
    </dgm:pt>
    <dgm:pt modelId="{DBD58A2F-90BC-4C0C-8757-EF5B20400A4E}">
      <dgm:prSet/>
      <dgm:spPr/>
      <dgm:t>
        <a:bodyPr/>
        <a:lstStyle/>
        <a:p>
          <a:r>
            <a:rPr lang="en-US"/>
            <a:t>Lists Chrome Bookmark Folders</a:t>
          </a:r>
        </a:p>
      </dgm:t>
    </dgm:pt>
    <dgm:pt modelId="{C8FBF091-D8CE-49D4-BEFD-5CD1BF4DD1D7}" type="parTrans" cxnId="{2322C842-C93B-438F-8B3D-4C902A3CAAAE}">
      <dgm:prSet/>
      <dgm:spPr/>
      <dgm:t>
        <a:bodyPr/>
        <a:lstStyle/>
        <a:p>
          <a:endParaRPr lang="en-US"/>
        </a:p>
      </dgm:t>
    </dgm:pt>
    <dgm:pt modelId="{0DA437E3-425A-4E3D-83D8-FF57E57B72FC}" type="sibTrans" cxnId="{2322C842-C93B-438F-8B3D-4C902A3CAAAE}">
      <dgm:prSet/>
      <dgm:spPr/>
      <dgm:t>
        <a:bodyPr/>
        <a:lstStyle/>
        <a:p>
          <a:endParaRPr lang="en-US"/>
        </a:p>
      </dgm:t>
    </dgm:pt>
    <dgm:pt modelId="{B3146963-C103-40FB-9002-4207321F6C78}">
      <dgm:prSet/>
      <dgm:spPr/>
      <dgm:t>
        <a:bodyPr/>
        <a:lstStyle/>
        <a:p>
          <a:r>
            <a:rPr lang="en-US"/>
            <a:t>Create New Chrome Bookmarks</a:t>
          </a:r>
        </a:p>
      </dgm:t>
    </dgm:pt>
    <dgm:pt modelId="{3A7F2596-C29E-4ABE-A3F5-25A8D015AFEF}" type="parTrans" cxnId="{32DA683B-B08D-4368-81EF-A7CF810B08A7}">
      <dgm:prSet/>
      <dgm:spPr/>
      <dgm:t>
        <a:bodyPr/>
        <a:lstStyle/>
        <a:p>
          <a:endParaRPr lang="en-US"/>
        </a:p>
      </dgm:t>
    </dgm:pt>
    <dgm:pt modelId="{8DC55D8F-5446-43E2-8C4E-45DE673867E8}" type="sibTrans" cxnId="{32DA683B-B08D-4368-81EF-A7CF810B08A7}">
      <dgm:prSet/>
      <dgm:spPr/>
      <dgm:t>
        <a:bodyPr/>
        <a:lstStyle/>
        <a:p>
          <a:endParaRPr lang="en-US"/>
        </a:p>
      </dgm:t>
    </dgm:pt>
    <dgm:pt modelId="{331C6699-35E1-44CF-B3CE-75B47E7E9E61}">
      <dgm:prSet/>
      <dgm:spPr/>
      <dgm:t>
        <a:bodyPr/>
        <a:lstStyle/>
        <a:p>
          <a:r>
            <a:rPr lang="en-US"/>
            <a:t>NOTE: Chrome profile selection is pre-requisite, and based upon the name of profile .env file must be defined, otherwise "Default" profile is used in the code.</a:t>
          </a:r>
        </a:p>
      </dgm:t>
    </dgm:pt>
    <dgm:pt modelId="{8B97A2B2-3A86-4BA5-AFF3-D6CCB8B404EA}" type="parTrans" cxnId="{612A0DE6-A768-458C-A62D-3F324714ABEE}">
      <dgm:prSet/>
      <dgm:spPr/>
      <dgm:t>
        <a:bodyPr/>
        <a:lstStyle/>
        <a:p>
          <a:endParaRPr lang="en-US"/>
        </a:p>
      </dgm:t>
    </dgm:pt>
    <dgm:pt modelId="{0D216AF2-1790-4853-B0CE-C827F31F9BD8}" type="sibTrans" cxnId="{612A0DE6-A768-458C-A62D-3F324714ABEE}">
      <dgm:prSet/>
      <dgm:spPr/>
      <dgm:t>
        <a:bodyPr/>
        <a:lstStyle/>
        <a:p>
          <a:endParaRPr lang="en-US"/>
        </a:p>
      </dgm:t>
    </dgm:pt>
    <dgm:pt modelId="{99B1BA3C-4EC5-48C6-8260-CA1A5786B68F}" type="pres">
      <dgm:prSet presAssocID="{0890EC1E-C328-4FB7-8DA6-42E4D39A1D0B}" presName="vert0" presStyleCnt="0">
        <dgm:presLayoutVars>
          <dgm:dir/>
          <dgm:animOne val="branch"/>
          <dgm:animLvl val="lvl"/>
        </dgm:presLayoutVars>
      </dgm:prSet>
      <dgm:spPr/>
    </dgm:pt>
    <dgm:pt modelId="{01B75450-EAD1-487D-B212-44BFA87F8C6E}" type="pres">
      <dgm:prSet presAssocID="{06947464-E232-4EE0-82D5-9738B83C3D01}" presName="thickLine" presStyleLbl="alignNode1" presStyleIdx="0" presStyleCnt="4"/>
      <dgm:spPr/>
    </dgm:pt>
    <dgm:pt modelId="{ED8394A2-23A1-4210-8B51-50E8505A7F53}" type="pres">
      <dgm:prSet presAssocID="{06947464-E232-4EE0-82D5-9738B83C3D01}" presName="horz1" presStyleCnt="0"/>
      <dgm:spPr/>
    </dgm:pt>
    <dgm:pt modelId="{C252F2FF-F054-4172-9E41-69493E3BFDBF}" type="pres">
      <dgm:prSet presAssocID="{06947464-E232-4EE0-82D5-9738B83C3D01}" presName="tx1" presStyleLbl="revTx" presStyleIdx="0" presStyleCnt="4"/>
      <dgm:spPr/>
    </dgm:pt>
    <dgm:pt modelId="{12921045-8CF0-48C8-8FA2-6AF297F9C725}" type="pres">
      <dgm:prSet presAssocID="{06947464-E232-4EE0-82D5-9738B83C3D01}" presName="vert1" presStyleCnt="0"/>
      <dgm:spPr/>
    </dgm:pt>
    <dgm:pt modelId="{ED129FB1-7ED6-4F18-AFD8-A0126FAC6DFC}" type="pres">
      <dgm:prSet presAssocID="{DBD58A2F-90BC-4C0C-8757-EF5B20400A4E}" presName="thickLine" presStyleLbl="alignNode1" presStyleIdx="1" presStyleCnt="4"/>
      <dgm:spPr/>
    </dgm:pt>
    <dgm:pt modelId="{75803E3F-868B-4037-9200-4DE649E0DBF5}" type="pres">
      <dgm:prSet presAssocID="{DBD58A2F-90BC-4C0C-8757-EF5B20400A4E}" presName="horz1" presStyleCnt="0"/>
      <dgm:spPr/>
    </dgm:pt>
    <dgm:pt modelId="{4C0A9AC2-5BEC-4647-84E5-D4FEF11A4891}" type="pres">
      <dgm:prSet presAssocID="{DBD58A2F-90BC-4C0C-8757-EF5B20400A4E}" presName="tx1" presStyleLbl="revTx" presStyleIdx="1" presStyleCnt="4"/>
      <dgm:spPr/>
    </dgm:pt>
    <dgm:pt modelId="{BDC96687-1604-4AED-81B3-D86A4DF09427}" type="pres">
      <dgm:prSet presAssocID="{DBD58A2F-90BC-4C0C-8757-EF5B20400A4E}" presName="vert1" presStyleCnt="0"/>
      <dgm:spPr/>
    </dgm:pt>
    <dgm:pt modelId="{82B77B06-E42B-4729-8974-42431947CFF4}" type="pres">
      <dgm:prSet presAssocID="{B3146963-C103-40FB-9002-4207321F6C78}" presName="thickLine" presStyleLbl="alignNode1" presStyleIdx="2" presStyleCnt="4"/>
      <dgm:spPr/>
    </dgm:pt>
    <dgm:pt modelId="{9FC6AE74-391A-45B5-89FC-BDB43EFFDCDF}" type="pres">
      <dgm:prSet presAssocID="{B3146963-C103-40FB-9002-4207321F6C78}" presName="horz1" presStyleCnt="0"/>
      <dgm:spPr/>
    </dgm:pt>
    <dgm:pt modelId="{126DF070-0E72-4565-96CC-3C2CD8F430EB}" type="pres">
      <dgm:prSet presAssocID="{B3146963-C103-40FB-9002-4207321F6C78}" presName="tx1" presStyleLbl="revTx" presStyleIdx="2" presStyleCnt="4"/>
      <dgm:spPr/>
    </dgm:pt>
    <dgm:pt modelId="{DCAB0763-507F-4101-BD8C-A3B65999B5DA}" type="pres">
      <dgm:prSet presAssocID="{B3146963-C103-40FB-9002-4207321F6C78}" presName="vert1" presStyleCnt="0"/>
      <dgm:spPr/>
    </dgm:pt>
    <dgm:pt modelId="{648ACE16-A2B1-4A7C-8F65-0436667E321F}" type="pres">
      <dgm:prSet presAssocID="{331C6699-35E1-44CF-B3CE-75B47E7E9E61}" presName="thickLine" presStyleLbl="alignNode1" presStyleIdx="3" presStyleCnt="4"/>
      <dgm:spPr/>
    </dgm:pt>
    <dgm:pt modelId="{AE6F514E-D0C2-44C9-AC34-52128A5A8D3B}" type="pres">
      <dgm:prSet presAssocID="{331C6699-35E1-44CF-B3CE-75B47E7E9E61}" presName="horz1" presStyleCnt="0"/>
      <dgm:spPr/>
    </dgm:pt>
    <dgm:pt modelId="{80362B4F-F20C-4029-BD03-06783D423EB2}" type="pres">
      <dgm:prSet presAssocID="{331C6699-35E1-44CF-B3CE-75B47E7E9E61}" presName="tx1" presStyleLbl="revTx" presStyleIdx="3" presStyleCnt="4"/>
      <dgm:spPr/>
    </dgm:pt>
    <dgm:pt modelId="{136E5C04-F5E5-4A3B-B3E8-EB302518CC61}" type="pres">
      <dgm:prSet presAssocID="{331C6699-35E1-44CF-B3CE-75B47E7E9E61}" presName="vert1" presStyleCnt="0"/>
      <dgm:spPr/>
    </dgm:pt>
  </dgm:ptLst>
  <dgm:cxnLst>
    <dgm:cxn modelId="{BF157B27-1CA3-4FBE-92D9-441DFD6A26E2}" type="presOf" srcId="{06947464-E232-4EE0-82D5-9738B83C3D01}" destId="{C252F2FF-F054-4172-9E41-69493E3BFDBF}" srcOrd="0" destOrd="0" presId="urn:microsoft.com/office/officeart/2008/layout/LinedList"/>
    <dgm:cxn modelId="{9B92B235-441B-4B0A-ABF3-FAB6A33F0C32}" srcId="{0890EC1E-C328-4FB7-8DA6-42E4D39A1D0B}" destId="{06947464-E232-4EE0-82D5-9738B83C3D01}" srcOrd="0" destOrd="0" parTransId="{68E0A933-E0B4-4D1E-83B3-396CBD05C9D5}" sibTransId="{1226A80D-4CD9-4E0A-AE2F-3272EAEBB03E}"/>
    <dgm:cxn modelId="{32DA683B-B08D-4368-81EF-A7CF810B08A7}" srcId="{0890EC1E-C328-4FB7-8DA6-42E4D39A1D0B}" destId="{B3146963-C103-40FB-9002-4207321F6C78}" srcOrd="2" destOrd="0" parTransId="{3A7F2596-C29E-4ABE-A3F5-25A8D015AFEF}" sibTransId="{8DC55D8F-5446-43E2-8C4E-45DE673867E8}"/>
    <dgm:cxn modelId="{2322C842-C93B-438F-8B3D-4C902A3CAAAE}" srcId="{0890EC1E-C328-4FB7-8DA6-42E4D39A1D0B}" destId="{DBD58A2F-90BC-4C0C-8757-EF5B20400A4E}" srcOrd="1" destOrd="0" parTransId="{C8FBF091-D8CE-49D4-BEFD-5CD1BF4DD1D7}" sibTransId="{0DA437E3-425A-4E3D-83D8-FF57E57B72FC}"/>
    <dgm:cxn modelId="{BCDD3C90-D018-4E7C-BC4E-27000F718836}" type="presOf" srcId="{331C6699-35E1-44CF-B3CE-75B47E7E9E61}" destId="{80362B4F-F20C-4029-BD03-06783D423EB2}" srcOrd="0" destOrd="0" presId="urn:microsoft.com/office/officeart/2008/layout/LinedList"/>
    <dgm:cxn modelId="{33D898CF-4895-484B-94EB-6FB327474370}" type="presOf" srcId="{DBD58A2F-90BC-4C0C-8757-EF5B20400A4E}" destId="{4C0A9AC2-5BEC-4647-84E5-D4FEF11A4891}" srcOrd="0" destOrd="0" presId="urn:microsoft.com/office/officeart/2008/layout/LinedList"/>
    <dgm:cxn modelId="{B93274D0-FA09-4511-86D9-7E065E8E6AA7}" type="presOf" srcId="{0890EC1E-C328-4FB7-8DA6-42E4D39A1D0B}" destId="{99B1BA3C-4EC5-48C6-8260-CA1A5786B68F}" srcOrd="0" destOrd="0" presId="urn:microsoft.com/office/officeart/2008/layout/LinedList"/>
    <dgm:cxn modelId="{612A0DE6-A768-458C-A62D-3F324714ABEE}" srcId="{0890EC1E-C328-4FB7-8DA6-42E4D39A1D0B}" destId="{331C6699-35E1-44CF-B3CE-75B47E7E9E61}" srcOrd="3" destOrd="0" parTransId="{8B97A2B2-3A86-4BA5-AFF3-D6CCB8B404EA}" sibTransId="{0D216AF2-1790-4853-B0CE-C827F31F9BD8}"/>
    <dgm:cxn modelId="{CCFA7EF0-CCE7-41C3-B174-52CA43915449}" type="presOf" srcId="{B3146963-C103-40FB-9002-4207321F6C78}" destId="{126DF070-0E72-4565-96CC-3C2CD8F430EB}" srcOrd="0" destOrd="0" presId="urn:microsoft.com/office/officeart/2008/layout/LinedList"/>
    <dgm:cxn modelId="{621354F8-6644-478B-AA47-023CCC09076C}" type="presParOf" srcId="{99B1BA3C-4EC5-48C6-8260-CA1A5786B68F}" destId="{01B75450-EAD1-487D-B212-44BFA87F8C6E}" srcOrd="0" destOrd="0" presId="urn:microsoft.com/office/officeart/2008/layout/LinedList"/>
    <dgm:cxn modelId="{BEE1FD07-F16C-4205-A9CA-D9E8A2C62E3F}" type="presParOf" srcId="{99B1BA3C-4EC5-48C6-8260-CA1A5786B68F}" destId="{ED8394A2-23A1-4210-8B51-50E8505A7F53}" srcOrd="1" destOrd="0" presId="urn:microsoft.com/office/officeart/2008/layout/LinedList"/>
    <dgm:cxn modelId="{C9F0B8D2-CEE0-4380-825B-54C5270FB8BE}" type="presParOf" srcId="{ED8394A2-23A1-4210-8B51-50E8505A7F53}" destId="{C252F2FF-F054-4172-9E41-69493E3BFDBF}" srcOrd="0" destOrd="0" presId="urn:microsoft.com/office/officeart/2008/layout/LinedList"/>
    <dgm:cxn modelId="{2A25C568-F4BF-4186-ACE1-F228423360FD}" type="presParOf" srcId="{ED8394A2-23A1-4210-8B51-50E8505A7F53}" destId="{12921045-8CF0-48C8-8FA2-6AF297F9C725}" srcOrd="1" destOrd="0" presId="urn:microsoft.com/office/officeart/2008/layout/LinedList"/>
    <dgm:cxn modelId="{D226DDD9-FB43-4F73-9B1F-9BDE361BBFAE}" type="presParOf" srcId="{99B1BA3C-4EC5-48C6-8260-CA1A5786B68F}" destId="{ED129FB1-7ED6-4F18-AFD8-A0126FAC6DFC}" srcOrd="2" destOrd="0" presId="urn:microsoft.com/office/officeart/2008/layout/LinedList"/>
    <dgm:cxn modelId="{21C85FD2-6067-4269-84DB-2FFE3D2622C4}" type="presParOf" srcId="{99B1BA3C-4EC5-48C6-8260-CA1A5786B68F}" destId="{75803E3F-868B-4037-9200-4DE649E0DBF5}" srcOrd="3" destOrd="0" presId="urn:microsoft.com/office/officeart/2008/layout/LinedList"/>
    <dgm:cxn modelId="{FBBE2508-7795-43EC-BFB9-C8C5DB8717BD}" type="presParOf" srcId="{75803E3F-868B-4037-9200-4DE649E0DBF5}" destId="{4C0A9AC2-5BEC-4647-84E5-D4FEF11A4891}" srcOrd="0" destOrd="0" presId="urn:microsoft.com/office/officeart/2008/layout/LinedList"/>
    <dgm:cxn modelId="{2087EE90-C332-4628-A801-870BEE40C4B1}" type="presParOf" srcId="{75803E3F-868B-4037-9200-4DE649E0DBF5}" destId="{BDC96687-1604-4AED-81B3-D86A4DF09427}" srcOrd="1" destOrd="0" presId="urn:microsoft.com/office/officeart/2008/layout/LinedList"/>
    <dgm:cxn modelId="{72D77817-1F23-4BDA-B8CE-0FCD5DC90BC3}" type="presParOf" srcId="{99B1BA3C-4EC5-48C6-8260-CA1A5786B68F}" destId="{82B77B06-E42B-4729-8974-42431947CFF4}" srcOrd="4" destOrd="0" presId="urn:microsoft.com/office/officeart/2008/layout/LinedList"/>
    <dgm:cxn modelId="{2A580CD0-9A77-4334-AF33-22000C3ECFA6}" type="presParOf" srcId="{99B1BA3C-4EC5-48C6-8260-CA1A5786B68F}" destId="{9FC6AE74-391A-45B5-89FC-BDB43EFFDCDF}" srcOrd="5" destOrd="0" presId="urn:microsoft.com/office/officeart/2008/layout/LinedList"/>
    <dgm:cxn modelId="{2C196A78-2C77-4090-975E-CE9A635AA2C9}" type="presParOf" srcId="{9FC6AE74-391A-45B5-89FC-BDB43EFFDCDF}" destId="{126DF070-0E72-4565-96CC-3C2CD8F430EB}" srcOrd="0" destOrd="0" presId="urn:microsoft.com/office/officeart/2008/layout/LinedList"/>
    <dgm:cxn modelId="{748664D9-8646-47EC-BF03-413FE488835C}" type="presParOf" srcId="{9FC6AE74-391A-45B5-89FC-BDB43EFFDCDF}" destId="{DCAB0763-507F-4101-BD8C-A3B65999B5DA}" srcOrd="1" destOrd="0" presId="urn:microsoft.com/office/officeart/2008/layout/LinedList"/>
    <dgm:cxn modelId="{768A24A2-B90B-4849-8317-1B080893D290}" type="presParOf" srcId="{99B1BA3C-4EC5-48C6-8260-CA1A5786B68F}" destId="{648ACE16-A2B1-4A7C-8F65-0436667E321F}" srcOrd="6" destOrd="0" presId="urn:microsoft.com/office/officeart/2008/layout/LinedList"/>
    <dgm:cxn modelId="{01DDAEF6-BBBF-495E-A1E2-E71359E52E43}" type="presParOf" srcId="{99B1BA3C-4EC5-48C6-8260-CA1A5786B68F}" destId="{AE6F514E-D0C2-44C9-AC34-52128A5A8D3B}" srcOrd="7" destOrd="0" presId="urn:microsoft.com/office/officeart/2008/layout/LinedList"/>
    <dgm:cxn modelId="{C6529F8A-2638-49E9-B3E1-0D0160BF5E59}" type="presParOf" srcId="{AE6F514E-D0C2-44C9-AC34-52128A5A8D3B}" destId="{80362B4F-F20C-4029-BD03-06783D423EB2}" srcOrd="0" destOrd="0" presId="urn:microsoft.com/office/officeart/2008/layout/LinedList"/>
    <dgm:cxn modelId="{B29A7C91-70BA-4357-A241-B4BABF49FFE9}" type="presParOf" srcId="{AE6F514E-D0C2-44C9-AC34-52128A5A8D3B}" destId="{136E5C04-F5E5-4A3B-B3E8-EB302518CC6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890EC1E-C328-4FB7-8DA6-42E4D39A1D0B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31C6699-35E1-44CF-B3CE-75B47E7E9E61}">
      <dgm:prSet/>
      <dgm:spPr/>
      <dgm:t>
        <a:bodyPr/>
        <a:lstStyle/>
        <a:p>
          <a:pPr algn="l"/>
          <a:r>
            <a:rPr lang="en-US" sz="1100" dirty="0">
              <a:solidFill>
                <a:srgbClr val="2F2F2F"/>
              </a:solidFill>
              <a:latin typeface="Calibri"/>
              <a:ea typeface="Calibri"/>
              <a:cs typeface="Calibri"/>
            </a:rPr>
            <a:t>Uses </a:t>
          </a:r>
          <a:r>
            <a:rPr lang="en-US" sz="1100" dirty="0" err="1">
              <a:solidFill>
                <a:srgbClr val="2F2F2F"/>
              </a:solidFill>
              <a:latin typeface="Calibri"/>
              <a:ea typeface="Calibri"/>
              <a:cs typeface="Calibri"/>
            </a:rPr>
            <a:t>MCPToolset</a:t>
          </a:r>
          <a:r>
            <a:rPr lang="en-US" sz="1100" dirty="0">
              <a:solidFill>
                <a:srgbClr val="2F2F2F"/>
              </a:solidFill>
              <a:latin typeface="Calibri"/>
              <a:ea typeface="Calibri"/>
              <a:cs typeface="Calibri"/>
            </a:rPr>
            <a:t> from </a:t>
          </a:r>
          <a:r>
            <a:rPr lang="en-US" sz="1100" dirty="0" err="1">
              <a:solidFill>
                <a:srgbClr val="2F2F2F"/>
              </a:solidFill>
              <a:latin typeface="Calibri"/>
              <a:ea typeface="Calibri"/>
              <a:cs typeface="Calibri"/>
            </a:rPr>
            <a:t>pydantic_ai.mcp</a:t>
          </a:r>
          <a:r>
            <a:rPr lang="en-US" sz="1100" dirty="0">
              <a:solidFill>
                <a:srgbClr val="2F2F2F"/>
              </a:solidFill>
              <a:latin typeface="Calibri"/>
              <a:ea typeface="Calibri"/>
              <a:cs typeface="Calibri"/>
            </a:rPr>
            <a:t> to use tool "</a:t>
          </a:r>
          <a:r>
            <a:rPr lang="en-US" sz="1100" dirty="0" err="1">
              <a:solidFill>
                <a:srgbClr val="2F2F2F"/>
              </a:solidFill>
              <a:latin typeface="Calibri"/>
              <a:ea typeface="Calibri"/>
              <a:cs typeface="Calibri"/>
            </a:rPr>
            <a:t>mcp_server_fetch</a:t>
          </a:r>
          <a:r>
            <a:rPr lang="en-US" sz="1100" dirty="0">
              <a:solidFill>
                <a:srgbClr val="2F2F2F"/>
              </a:solidFill>
              <a:latin typeface="Calibri"/>
              <a:ea typeface="Calibri"/>
              <a:cs typeface="Calibri"/>
            </a:rPr>
            <a:t>" </a:t>
          </a:r>
        </a:p>
      </dgm:t>
    </dgm:pt>
    <dgm:pt modelId="{8B97A2B2-3A86-4BA5-AFF3-D6CCB8B404EA}" type="parTrans" cxnId="{612A0DE6-A768-458C-A62D-3F324714ABEE}">
      <dgm:prSet/>
      <dgm:spPr/>
      <dgm:t>
        <a:bodyPr/>
        <a:lstStyle/>
        <a:p>
          <a:endParaRPr lang="en-US"/>
        </a:p>
      </dgm:t>
    </dgm:pt>
    <dgm:pt modelId="{0D216AF2-1790-4853-B0CE-C827F31F9BD8}" type="sibTrans" cxnId="{612A0DE6-A768-458C-A62D-3F324714ABEE}">
      <dgm:prSet/>
      <dgm:spPr/>
      <dgm:t>
        <a:bodyPr/>
        <a:lstStyle/>
        <a:p>
          <a:endParaRPr lang="en-US"/>
        </a:p>
      </dgm:t>
    </dgm:pt>
    <dgm:pt modelId="{B592A010-BFA3-49D5-B960-E9CE895F1BE0}">
      <dgm:prSet phldrT="[Text]" phldr="0"/>
      <dgm:spPr/>
      <dgm:t>
        <a:bodyPr/>
        <a:lstStyle/>
        <a:p>
          <a:pPr algn="l"/>
          <a:r>
            <a:rPr lang="en-US" sz="1100">
              <a:solidFill>
                <a:srgbClr val="2F2F2F"/>
              </a:solidFill>
              <a:latin typeface="Calibri"/>
              <a:ea typeface="Calibri"/>
              <a:cs typeface="Calibri"/>
            </a:rPr>
            <a:t>This MCP tool serves purpose for web search and page fetching</a:t>
          </a:r>
          <a:endParaRPr lang="en-US"/>
        </a:p>
      </dgm:t>
    </dgm:pt>
    <dgm:pt modelId="{4F9FA81C-70DC-4D58-B12C-FF453CD8A270}" type="parTrans" cxnId="{9052F711-DB86-4CA5-B06D-55A52FE2E9C1}">
      <dgm:prSet/>
      <dgm:spPr/>
    </dgm:pt>
    <dgm:pt modelId="{65F28A63-BCF9-4CC6-B154-76E789B63BE8}" type="sibTrans" cxnId="{9052F711-DB86-4CA5-B06D-55A52FE2E9C1}">
      <dgm:prSet/>
      <dgm:spPr/>
    </dgm:pt>
    <dgm:pt modelId="{99B1BA3C-4EC5-48C6-8260-CA1A5786B68F}" type="pres">
      <dgm:prSet presAssocID="{0890EC1E-C328-4FB7-8DA6-42E4D39A1D0B}" presName="vert0" presStyleCnt="0">
        <dgm:presLayoutVars>
          <dgm:dir/>
          <dgm:animOne val="branch"/>
          <dgm:animLvl val="lvl"/>
        </dgm:presLayoutVars>
      </dgm:prSet>
      <dgm:spPr/>
    </dgm:pt>
    <dgm:pt modelId="{648ACE16-A2B1-4A7C-8F65-0436667E321F}" type="pres">
      <dgm:prSet presAssocID="{331C6699-35E1-44CF-B3CE-75B47E7E9E61}" presName="thickLine" presStyleLbl="alignNode1" presStyleIdx="0" presStyleCnt="2"/>
      <dgm:spPr/>
    </dgm:pt>
    <dgm:pt modelId="{AE6F514E-D0C2-44C9-AC34-52128A5A8D3B}" type="pres">
      <dgm:prSet presAssocID="{331C6699-35E1-44CF-B3CE-75B47E7E9E61}" presName="horz1" presStyleCnt="0"/>
      <dgm:spPr/>
    </dgm:pt>
    <dgm:pt modelId="{80362B4F-F20C-4029-BD03-06783D423EB2}" type="pres">
      <dgm:prSet presAssocID="{331C6699-35E1-44CF-B3CE-75B47E7E9E61}" presName="tx1" presStyleLbl="revTx" presStyleIdx="0" presStyleCnt="2"/>
      <dgm:spPr/>
    </dgm:pt>
    <dgm:pt modelId="{136E5C04-F5E5-4A3B-B3E8-EB302518CC61}" type="pres">
      <dgm:prSet presAssocID="{331C6699-35E1-44CF-B3CE-75B47E7E9E61}" presName="vert1" presStyleCnt="0"/>
      <dgm:spPr/>
    </dgm:pt>
    <dgm:pt modelId="{284B7458-FA75-4496-9C5B-2D08FDFE0AE7}" type="pres">
      <dgm:prSet presAssocID="{B592A010-BFA3-49D5-B960-E9CE895F1BE0}" presName="thickLine" presStyleLbl="alignNode1" presStyleIdx="1" presStyleCnt="2"/>
      <dgm:spPr/>
    </dgm:pt>
    <dgm:pt modelId="{D27A52C0-90A0-482A-8F96-44C36A07E8CC}" type="pres">
      <dgm:prSet presAssocID="{B592A010-BFA3-49D5-B960-E9CE895F1BE0}" presName="horz1" presStyleCnt="0"/>
      <dgm:spPr/>
    </dgm:pt>
    <dgm:pt modelId="{460C1306-D934-4F0B-BC39-E57191E8D6A2}" type="pres">
      <dgm:prSet presAssocID="{B592A010-BFA3-49D5-B960-E9CE895F1BE0}" presName="tx1" presStyleLbl="revTx" presStyleIdx="1" presStyleCnt="2"/>
      <dgm:spPr/>
    </dgm:pt>
    <dgm:pt modelId="{D3A38AA5-BB63-4D26-B469-E105E59504B4}" type="pres">
      <dgm:prSet presAssocID="{B592A010-BFA3-49D5-B960-E9CE895F1BE0}" presName="vert1" presStyleCnt="0"/>
      <dgm:spPr/>
    </dgm:pt>
  </dgm:ptLst>
  <dgm:cxnLst>
    <dgm:cxn modelId="{16704303-9DBF-438E-A16C-B9F9C0EAA307}" type="presOf" srcId="{331C6699-35E1-44CF-B3CE-75B47E7E9E61}" destId="{80362B4F-F20C-4029-BD03-06783D423EB2}" srcOrd="0" destOrd="0" presId="urn:microsoft.com/office/officeart/2008/layout/LinedList"/>
    <dgm:cxn modelId="{9052F711-DB86-4CA5-B06D-55A52FE2E9C1}" srcId="{0890EC1E-C328-4FB7-8DA6-42E4D39A1D0B}" destId="{B592A010-BFA3-49D5-B960-E9CE895F1BE0}" srcOrd="1" destOrd="0" parTransId="{4F9FA81C-70DC-4D58-B12C-FF453CD8A270}" sibTransId="{65F28A63-BCF9-4CC6-B154-76E789B63BE8}"/>
    <dgm:cxn modelId="{3A15D29C-C963-48E7-B69E-D4EA97FC4A9D}" type="presOf" srcId="{B592A010-BFA3-49D5-B960-E9CE895F1BE0}" destId="{460C1306-D934-4F0B-BC39-E57191E8D6A2}" srcOrd="0" destOrd="0" presId="urn:microsoft.com/office/officeart/2008/layout/LinedList"/>
    <dgm:cxn modelId="{B93274D0-FA09-4511-86D9-7E065E8E6AA7}" type="presOf" srcId="{0890EC1E-C328-4FB7-8DA6-42E4D39A1D0B}" destId="{99B1BA3C-4EC5-48C6-8260-CA1A5786B68F}" srcOrd="0" destOrd="0" presId="urn:microsoft.com/office/officeart/2008/layout/LinedList"/>
    <dgm:cxn modelId="{612A0DE6-A768-458C-A62D-3F324714ABEE}" srcId="{0890EC1E-C328-4FB7-8DA6-42E4D39A1D0B}" destId="{331C6699-35E1-44CF-B3CE-75B47E7E9E61}" srcOrd="0" destOrd="0" parTransId="{8B97A2B2-3A86-4BA5-AFF3-D6CCB8B404EA}" sibTransId="{0D216AF2-1790-4853-B0CE-C827F31F9BD8}"/>
    <dgm:cxn modelId="{27609475-BB9C-414E-9E9F-52C5BF7635AE}" type="presParOf" srcId="{99B1BA3C-4EC5-48C6-8260-CA1A5786B68F}" destId="{648ACE16-A2B1-4A7C-8F65-0436667E321F}" srcOrd="0" destOrd="0" presId="urn:microsoft.com/office/officeart/2008/layout/LinedList"/>
    <dgm:cxn modelId="{01EAF4F4-A4DC-440B-B929-390A3CD3BF47}" type="presParOf" srcId="{99B1BA3C-4EC5-48C6-8260-CA1A5786B68F}" destId="{AE6F514E-D0C2-44C9-AC34-52128A5A8D3B}" srcOrd="1" destOrd="0" presId="urn:microsoft.com/office/officeart/2008/layout/LinedList"/>
    <dgm:cxn modelId="{FF97329D-184A-41EF-B34A-8493B9A2EEE3}" type="presParOf" srcId="{AE6F514E-D0C2-44C9-AC34-52128A5A8D3B}" destId="{80362B4F-F20C-4029-BD03-06783D423EB2}" srcOrd="0" destOrd="0" presId="urn:microsoft.com/office/officeart/2008/layout/LinedList"/>
    <dgm:cxn modelId="{0B4CBDD9-C1A2-41D0-99F9-1AA63E684C57}" type="presParOf" srcId="{AE6F514E-D0C2-44C9-AC34-52128A5A8D3B}" destId="{136E5C04-F5E5-4A3B-B3E8-EB302518CC61}" srcOrd="1" destOrd="0" presId="urn:microsoft.com/office/officeart/2008/layout/LinedList"/>
    <dgm:cxn modelId="{940BF255-3A84-4287-A66D-1ED3C0B85BD0}" type="presParOf" srcId="{99B1BA3C-4EC5-48C6-8260-CA1A5786B68F}" destId="{284B7458-FA75-4496-9C5B-2D08FDFE0AE7}" srcOrd="2" destOrd="0" presId="urn:microsoft.com/office/officeart/2008/layout/LinedList"/>
    <dgm:cxn modelId="{CAE1EA32-B379-4059-8F0F-B73916842795}" type="presParOf" srcId="{99B1BA3C-4EC5-48C6-8260-CA1A5786B68F}" destId="{D27A52C0-90A0-482A-8F96-44C36A07E8CC}" srcOrd="3" destOrd="0" presId="urn:microsoft.com/office/officeart/2008/layout/LinedList"/>
    <dgm:cxn modelId="{48A7A741-C7FE-4758-9961-8C2B2154C229}" type="presParOf" srcId="{D27A52C0-90A0-482A-8F96-44C36A07E8CC}" destId="{460C1306-D934-4F0B-BC39-E57191E8D6A2}" srcOrd="0" destOrd="0" presId="urn:microsoft.com/office/officeart/2008/layout/LinedList"/>
    <dgm:cxn modelId="{51C672AE-CF99-4794-86FD-29FC23A935BB}" type="presParOf" srcId="{D27A52C0-90A0-482A-8F96-44C36A07E8CC}" destId="{D3A38AA5-BB63-4D26-B469-E105E59504B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B75450-EAD1-487D-B212-44BFA87F8C6E}">
      <dsp:nvSpPr>
        <dsp:cNvPr id="0" name=""/>
        <dsp:cNvSpPr/>
      </dsp:nvSpPr>
      <dsp:spPr>
        <a:xfrm>
          <a:off x="0" y="0"/>
          <a:ext cx="1092782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52F2FF-F054-4172-9E41-69493E3BFDBF}">
      <dsp:nvSpPr>
        <dsp:cNvPr id="0" name=""/>
        <dsp:cNvSpPr/>
      </dsp:nvSpPr>
      <dsp:spPr>
        <a:xfrm>
          <a:off x="0" y="0"/>
          <a:ext cx="10927829" cy="10500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Lists Chrome Bookmarks, all or folder-based</a:t>
          </a:r>
        </a:p>
      </dsp:txBody>
      <dsp:txXfrm>
        <a:off x="0" y="0"/>
        <a:ext cx="10927829" cy="1050015"/>
      </dsp:txXfrm>
    </dsp:sp>
    <dsp:sp modelId="{ED129FB1-7ED6-4F18-AFD8-A0126FAC6DFC}">
      <dsp:nvSpPr>
        <dsp:cNvPr id="0" name=""/>
        <dsp:cNvSpPr/>
      </dsp:nvSpPr>
      <dsp:spPr>
        <a:xfrm>
          <a:off x="0" y="1050015"/>
          <a:ext cx="1092782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0A9AC2-5BEC-4647-84E5-D4FEF11A4891}">
      <dsp:nvSpPr>
        <dsp:cNvPr id="0" name=""/>
        <dsp:cNvSpPr/>
      </dsp:nvSpPr>
      <dsp:spPr>
        <a:xfrm>
          <a:off x="0" y="1050015"/>
          <a:ext cx="10927829" cy="10500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Lists Chrome Bookmark Folders</a:t>
          </a:r>
        </a:p>
      </dsp:txBody>
      <dsp:txXfrm>
        <a:off x="0" y="1050015"/>
        <a:ext cx="10927829" cy="1050015"/>
      </dsp:txXfrm>
    </dsp:sp>
    <dsp:sp modelId="{82B77B06-E42B-4729-8974-42431947CFF4}">
      <dsp:nvSpPr>
        <dsp:cNvPr id="0" name=""/>
        <dsp:cNvSpPr/>
      </dsp:nvSpPr>
      <dsp:spPr>
        <a:xfrm>
          <a:off x="0" y="2100031"/>
          <a:ext cx="1092782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6DF070-0E72-4565-96CC-3C2CD8F430EB}">
      <dsp:nvSpPr>
        <dsp:cNvPr id="0" name=""/>
        <dsp:cNvSpPr/>
      </dsp:nvSpPr>
      <dsp:spPr>
        <a:xfrm>
          <a:off x="0" y="2100030"/>
          <a:ext cx="10927829" cy="10500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Create New Chrome Bookmarks</a:t>
          </a:r>
        </a:p>
      </dsp:txBody>
      <dsp:txXfrm>
        <a:off x="0" y="2100030"/>
        <a:ext cx="10927829" cy="1050015"/>
      </dsp:txXfrm>
    </dsp:sp>
    <dsp:sp modelId="{648ACE16-A2B1-4A7C-8F65-0436667E321F}">
      <dsp:nvSpPr>
        <dsp:cNvPr id="0" name=""/>
        <dsp:cNvSpPr/>
      </dsp:nvSpPr>
      <dsp:spPr>
        <a:xfrm>
          <a:off x="0" y="3150046"/>
          <a:ext cx="1092782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362B4F-F20C-4029-BD03-06783D423EB2}">
      <dsp:nvSpPr>
        <dsp:cNvPr id="0" name=""/>
        <dsp:cNvSpPr/>
      </dsp:nvSpPr>
      <dsp:spPr>
        <a:xfrm>
          <a:off x="0" y="3150046"/>
          <a:ext cx="10927829" cy="10500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NOTE: Chrome profile selection is pre-requisite, and based upon the name of profile .env file must be defined, otherwise "Default" profile is used in the code.</a:t>
          </a:r>
        </a:p>
      </dsp:txBody>
      <dsp:txXfrm>
        <a:off x="0" y="3150046"/>
        <a:ext cx="10927829" cy="105001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8ACE16-A2B1-4A7C-8F65-0436667E321F}">
      <dsp:nvSpPr>
        <dsp:cNvPr id="0" name=""/>
        <dsp:cNvSpPr/>
      </dsp:nvSpPr>
      <dsp:spPr>
        <a:xfrm>
          <a:off x="0" y="0"/>
          <a:ext cx="1092782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362B4F-F20C-4029-BD03-06783D423EB2}">
      <dsp:nvSpPr>
        <dsp:cNvPr id="0" name=""/>
        <dsp:cNvSpPr/>
      </dsp:nvSpPr>
      <dsp:spPr>
        <a:xfrm>
          <a:off x="0" y="0"/>
          <a:ext cx="10927829" cy="21000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4310" tIns="194310" rIns="194310" bIns="194310" numCol="1" spcCol="1270" anchor="t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100" kern="1200" dirty="0">
              <a:solidFill>
                <a:srgbClr val="2F2F2F"/>
              </a:solidFill>
              <a:latin typeface="Calibri"/>
              <a:ea typeface="Calibri"/>
              <a:cs typeface="Calibri"/>
            </a:rPr>
            <a:t>Uses </a:t>
          </a:r>
          <a:r>
            <a:rPr lang="en-US" sz="5100" kern="1200" dirty="0" err="1">
              <a:solidFill>
                <a:srgbClr val="2F2F2F"/>
              </a:solidFill>
              <a:latin typeface="Calibri"/>
              <a:ea typeface="Calibri"/>
              <a:cs typeface="Calibri"/>
            </a:rPr>
            <a:t>MCPToolset</a:t>
          </a:r>
          <a:r>
            <a:rPr lang="en-US" sz="5100" kern="1200" dirty="0">
              <a:solidFill>
                <a:srgbClr val="2F2F2F"/>
              </a:solidFill>
              <a:latin typeface="Calibri"/>
              <a:ea typeface="Calibri"/>
              <a:cs typeface="Calibri"/>
            </a:rPr>
            <a:t> from </a:t>
          </a:r>
          <a:r>
            <a:rPr lang="en-US" sz="5100" kern="1200" dirty="0" err="1">
              <a:solidFill>
                <a:srgbClr val="2F2F2F"/>
              </a:solidFill>
              <a:latin typeface="Calibri"/>
              <a:ea typeface="Calibri"/>
              <a:cs typeface="Calibri"/>
            </a:rPr>
            <a:t>pydantic_ai.mcp</a:t>
          </a:r>
          <a:r>
            <a:rPr lang="en-US" sz="5100" kern="1200" dirty="0">
              <a:solidFill>
                <a:srgbClr val="2F2F2F"/>
              </a:solidFill>
              <a:latin typeface="Calibri"/>
              <a:ea typeface="Calibri"/>
              <a:cs typeface="Calibri"/>
            </a:rPr>
            <a:t> to use tool "</a:t>
          </a:r>
          <a:r>
            <a:rPr lang="en-US" sz="5100" kern="1200" dirty="0" err="1">
              <a:solidFill>
                <a:srgbClr val="2F2F2F"/>
              </a:solidFill>
              <a:latin typeface="Calibri"/>
              <a:ea typeface="Calibri"/>
              <a:cs typeface="Calibri"/>
            </a:rPr>
            <a:t>mcp_server_fetch</a:t>
          </a:r>
          <a:r>
            <a:rPr lang="en-US" sz="5100" kern="1200" dirty="0">
              <a:solidFill>
                <a:srgbClr val="2F2F2F"/>
              </a:solidFill>
              <a:latin typeface="Calibri"/>
              <a:ea typeface="Calibri"/>
              <a:cs typeface="Calibri"/>
            </a:rPr>
            <a:t>" </a:t>
          </a:r>
        </a:p>
      </dsp:txBody>
      <dsp:txXfrm>
        <a:off x="0" y="0"/>
        <a:ext cx="10927829" cy="2100030"/>
      </dsp:txXfrm>
    </dsp:sp>
    <dsp:sp modelId="{284B7458-FA75-4496-9C5B-2D08FDFE0AE7}">
      <dsp:nvSpPr>
        <dsp:cNvPr id="0" name=""/>
        <dsp:cNvSpPr/>
      </dsp:nvSpPr>
      <dsp:spPr>
        <a:xfrm>
          <a:off x="0" y="2100030"/>
          <a:ext cx="1092782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0C1306-D934-4F0B-BC39-E57191E8D6A2}">
      <dsp:nvSpPr>
        <dsp:cNvPr id="0" name=""/>
        <dsp:cNvSpPr/>
      </dsp:nvSpPr>
      <dsp:spPr>
        <a:xfrm>
          <a:off x="0" y="2100030"/>
          <a:ext cx="10927829" cy="21000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4310" tIns="194310" rIns="194310" bIns="194310" numCol="1" spcCol="1270" anchor="t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100" kern="1200">
              <a:solidFill>
                <a:srgbClr val="2F2F2F"/>
              </a:solidFill>
              <a:latin typeface="Calibri"/>
              <a:ea typeface="Calibri"/>
              <a:cs typeface="Calibri"/>
            </a:rPr>
            <a:t>This MCP tool serves purpose for web search and page fetching</a:t>
          </a:r>
          <a:endParaRPr lang="en-US" sz="5100" kern="1200"/>
        </a:p>
      </dsp:txBody>
      <dsp:txXfrm>
        <a:off x="0" y="2100030"/>
        <a:ext cx="10927829" cy="21000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97101" y="735283"/>
            <a:ext cx="4978399" cy="3165045"/>
          </a:xfrm>
        </p:spPr>
        <p:txBody>
          <a:bodyPr anchor="b">
            <a:normAutofit/>
          </a:bodyPr>
          <a:lstStyle/>
          <a:p>
            <a:pPr algn="l"/>
            <a:r>
              <a:rPr lang="en-US" sz="5200"/>
              <a:t>Harness Bookmark</a:t>
            </a:r>
          </a:p>
        </p:txBody>
      </p:sp>
      <p:pic>
        <p:nvPicPr>
          <p:cNvPr id="6" name="Graphic 5" descr="Bookmark">
            <a:extLst>
              <a:ext uri="{FF2B5EF4-FFF2-40B4-BE49-F238E27FC236}">
                <a16:creationId xmlns:a16="http://schemas.microsoft.com/office/drawing/2014/main" id="{0467291B-2D07-B1CB-D287-95B2F704D6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7549" y="2776619"/>
            <a:ext cx="1289051" cy="1289051"/>
          </a:xfrm>
          <a:prstGeom prst="rect">
            <a:avLst/>
          </a:prstGeom>
        </p:spPr>
      </p:pic>
      <p:pic>
        <p:nvPicPr>
          <p:cNvPr id="8" name="Graphic 7" descr="Bookmark">
            <a:extLst>
              <a:ext uri="{FF2B5EF4-FFF2-40B4-BE49-F238E27FC236}">
                <a16:creationId xmlns:a16="http://schemas.microsoft.com/office/drawing/2014/main" id="{3BBD69FB-23B7-4CDF-8E81-C9A93DA77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07815" y="716407"/>
            <a:ext cx="5411343" cy="541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Stack of files">
            <a:extLst>
              <a:ext uri="{FF2B5EF4-FFF2-40B4-BE49-F238E27FC236}">
                <a16:creationId xmlns:a16="http://schemas.microsoft.com/office/drawing/2014/main" id="{C01B5DE7-50B4-36EA-79BC-6788F81347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353" r="19386" b="4"/>
          <a:stretch>
            <a:fillRect/>
          </a:stretch>
        </p:blipFill>
        <p:spPr>
          <a:xfrm>
            <a:off x="6103027" y="10"/>
            <a:ext cx="6088971" cy="685799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9B296B9-C5A5-4E4F-9B60-C907B5F14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0300FD3-5AF1-6305-15FA-907807267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2285995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00B5F5-BBA9-B2C8-F9F9-F8FE2AC99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328512"/>
            <a:ext cx="4778387" cy="1628970"/>
          </a:xfrm>
        </p:spPr>
        <p:txBody>
          <a:bodyPr anchor="ctr">
            <a:normAutofit/>
          </a:bodyPr>
          <a:lstStyle/>
          <a:p>
            <a:r>
              <a:rPr lang="en-US" sz="4000"/>
              <a:t>What does this Harness intend to do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72D8C-5D51-6CC7-D2DD-033AD0E87B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1" y="2884929"/>
            <a:ext cx="4659756" cy="337413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700"/>
              <a:t>It deals with Google Crome (browser) based Bookmarks management</a:t>
            </a:r>
          </a:p>
          <a:p>
            <a:r>
              <a:rPr lang="en-US" sz="1700"/>
              <a:t>Lists Bookmarks alongside folders it belongs to</a:t>
            </a:r>
          </a:p>
          <a:p>
            <a:r>
              <a:rPr lang="en-US" sz="1700"/>
              <a:t>Lists Bookmark Folder structure</a:t>
            </a:r>
          </a:p>
          <a:p>
            <a:r>
              <a:rPr lang="en-US" sz="1700"/>
              <a:t>Update new bookmarks in any given folder (User Interactive)</a:t>
            </a:r>
          </a:p>
          <a:p>
            <a:r>
              <a:rPr lang="en-US" sz="1700"/>
              <a:t>Does Web based search, answer queries and load the URL content (using MCP tool)</a:t>
            </a:r>
          </a:p>
          <a:p>
            <a:r>
              <a:rPr lang="en-US" sz="1700"/>
              <a:t>Runs only via Terminal window chat</a:t>
            </a:r>
          </a:p>
        </p:txBody>
      </p:sp>
    </p:spTree>
    <p:extLst>
      <p:ext uri="{BB962C8B-B14F-4D97-AF65-F5344CB8AC3E}">
        <p14:creationId xmlns:p14="http://schemas.microsoft.com/office/powerpoint/2010/main" val="3900557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9005A4-0F2A-DDF0-B6DF-3F6390803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Tools it uses (Native)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AF01283-2F4C-6F0E-0535-D55AA2316E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261187"/>
              </p:ext>
            </p:extLst>
          </p:nvPr>
        </p:nvGraphicFramePr>
        <p:xfrm>
          <a:off x="832742" y="2163379"/>
          <a:ext cx="10927829" cy="42000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583241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9A7C8A-C602-C248-D61D-41BD9A019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267348-2A8D-1DF5-4FAA-FB3558327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Tools it uses (Non-Native, MCP)</a:t>
            </a:r>
          </a:p>
        </p:txBody>
      </p:sp>
      <p:graphicFrame>
        <p:nvGraphicFramePr>
          <p:cNvPr id="70" name="Content Placeholder 2">
            <a:extLst>
              <a:ext uri="{FF2B5EF4-FFF2-40B4-BE49-F238E27FC236}">
                <a16:creationId xmlns:a16="http://schemas.microsoft.com/office/drawing/2014/main" id="{41713091-C5A2-C30A-576D-6DC6655A9B6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03520800"/>
              </p:ext>
            </p:extLst>
          </p:nvPr>
        </p:nvGraphicFramePr>
        <p:xfrm>
          <a:off x="832742" y="2163379"/>
          <a:ext cx="10927829" cy="42000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322699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A2AC8B-1614-12C1-B873-6B2933DA4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F54B3AF-DEC0-B858-0F50-2CBC74D92C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303" y="1384761"/>
            <a:ext cx="9613397" cy="1682344"/>
          </a:xfrm>
          <a:prstGeom prst="rect">
            <a:avLst/>
          </a:prstGeom>
        </p:spPr>
      </p:pic>
      <p:sp>
        <p:nvSpPr>
          <p:cNvPr id="10" name="Right Triangle 9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C43E8-884C-0C56-9DC2-2F5EF5A6E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9304" y="3429000"/>
            <a:ext cx="8921672" cy="171330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How it works: Initial Loading..(run app.main)</a:t>
            </a:r>
          </a:p>
        </p:txBody>
      </p:sp>
    </p:spTree>
    <p:extLst>
      <p:ext uri="{BB962C8B-B14F-4D97-AF65-F5344CB8AC3E}">
        <p14:creationId xmlns:p14="http://schemas.microsoft.com/office/powerpoint/2010/main" val="32122682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84FC14-3232-8FC5-E329-D2251EE9A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9D7E975-9161-4F2D-AC53-69E1912F6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A94527-EDBD-CECA-4BCF-B007BF4E6A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675" y="1326802"/>
            <a:ext cx="6589537" cy="4200828"/>
          </a:xfrm>
          <a:prstGeom prst="rect">
            <a:avLst/>
          </a:prstGeom>
        </p:spPr>
      </p:pic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63E6235-1649-4B47-9862-4026FC473B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3" y="623275"/>
            <a:ext cx="401217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4ABAA7-3462-0DCC-4C32-BAEA5217E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2497" y="1056640"/>
            <a:ext cx="3197660" cy="312574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How it works: My folder Structure (Native tool)</a:t>
            </a:r>
          </a:p>
        </p:txBody>
      </p:sp>
    </p:spTree>
    <p:extLst>
      <p:ext uri="{BB962C8B-B14F-4D97-AF65-F5344CB8AC3E}">
        <p14:creationId xmlns:p14="http://schemas.microsoft.com/office/powerpoint/2010/main" val="39358164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8B8C6E-E819-FA96-F2E4-A5D8B4814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2DEE9E-1F75-33EE-051C-9C1A69358C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303" y="1204510"/>
            <a:ext cx="9613397" cy="2042847"/>
          </a:xfrm>
          <a:prstGeom prst="rect">
            <a:avLst/>
          </a:prstGeom>
        </p:spPr>
      </p:pic>
      <p:sp>
        <p:nvSpPr>
          <p:cNvPr id="10" name="Right Triangle 9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DDBD16-BB45-5F53-5624-A3EB2B6E6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9304" y="3429000"/>
            <a:ext cx="8921672" cy="171330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How it works: My Bookmarks in "Masters" folder (Native tool)</a:t>
            </a:r>
          </a:p>
        </p:txBody>
      </p:sp>
    </p:spTree>
    <p:extLst>
      <p:ext uri="{BB962C8B-B14F-4D97-AF65-F5344CB8AC3E}">
        <p14:creationId xmlns:p14="http://schemas.microsoft.com/office/powerpoint/2010/main" val="14533325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F5055A-26E1-0C32-C88E-7D07DE012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E66388-7A9F-FC48-E5B4-C039C6A662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303" y="1119116"/>
            <a:ext cx="7257819" cy="2213635"/>
          </a:xfrm>
          <a:prstGeom prst="rect">
            <a:avLst/>
          </a:prstGeom>
        </p:spPr>
      </p:pic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BFDEAD-C9C0-5787-99F3-379D47257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9304" y="3429000"/>
            <a:ext cx="8921672" cy="171330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How it works: now I go web URL content search (I prefer to search pydantic) (MCP tool)</a:t>
            </a:r>
          </a:p>
        </p:txBody>
      </p:sp>
    </p:spTree>
    <p:extLst>
      <p:ext uri="{BB962C8B-B14F-4D97-AF65-F5344CB8AC3E}">
        <p14:creationId xmlns:p14="http://schemas.microsoft.com/office/powerpoint/2010/main" val="19385615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B82D7B-2E9B-17EF-7E45-61FB41909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339571-D4B4-A017-D98F-A14F426C48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303" y="1408795"/>
            <a:ext cx="9613397" cy="1634276"/>
          </a:xfrm>
          <a:prstGeom prst="rect">
            <a:avLst/>
          </a:prstGeom>
        </p:spPr>
      </p:pic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31F9EB-8D43-1085-C2C9-B44B774F6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9304" y="3429000"/>
            <a:ext cx="8921672" cy="171330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How it works: Bookmark searched URL (Native tool)</a:t>
            </a:r>
          </a:p>
        </p:txBody>
      </p:sp>
    </p:spTree>
    <p:extLst>
      <p:ext uri="{BB962C8B-B14F-4D97-AF65-F5344CB8AC3E}">
        <p14:creationId xmlns:p14="http://schemas.microsoft.com/office/powerpoint/2010/main" val="9881097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0654CF-3E3E-7251-7E94-A7A0859ED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BC5852F-1E77-668B-E8DE-4AA0EC6BCC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303" y="1540978"/>
            <a:ext cx="9613397" cy="1369910"/>
          </a:xfrm>
          <a:prstGeom prst="rect">
            <a:avLst/>
          </a:prstGeom>
        </p:spPr>
      </p:pic>
      <p:sp>
        <p:nvSpPr>
          <p:cNvPr id="10" name="Right Triangle 9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A8A7B7-9FEC-8CED-C54C-E0272A020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9304" y="3429000"/>
            <a:ext cx="8921672" cy="171330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How it works: Now I see what I marked (again, Native tool)</a:t>
            </a:r>
          </a:p>
        </p:txBody>
      </p:sp>
    </p:spTree>
    <p:extLst>
      <p:ext uri="{BB962C8B-B14F-4D97-AF65-F5344CB8AC3E}">
        <p14:creationId xmlns:p14="http://schemas.microsoft.com/office/powerpoint/2010/main" val="36444631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8" name="Rectangle 77">
            <a:extLst>
              <a:ext uri="{FF2B5EF4-FFF2-40B4-BE49-F238E27FC236}">
                <a16:creationId xmlns:a16="http://schemas.microsoft.com/office/drawing/2014/main" id="{5D7F64A8-D625-4F61-A290-B499BB62A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9" name="Graphic 78" descr="Accept">
            <a:extLst>
              <a:ext uri="{FF2B5EF4-FFF2-40B4-BE49-F238E27FC236}">
                <a16:creationId xmlns:a16="http://schemas.microsoft.com/office/drawing/2014/main" id="{9D65BC48-BFC1-0A3B-D409-60FEDD856E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6948" y="2694018"/>
            <a:ext cx="1198532" cy="119853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C3AEED-EDC4-295F-C763-761DD55826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7364" y="4072044"/>
            <a:ext cx="5801917" cy="20570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/>
              <a:t>Thank you</a:t>
            </a:r>
          </a:p>
        </p:txBody>
      </p:sp>
      <p:pic>
        <p:nvPicPr>
          <p:cNvPr id="80" name="Graphic 79" descr="Accept">
            <a:extLst>
              <a:ext uri="{FF2B5EF4-FFF2-40B4-BE49-F238E27FC236}">
                <a16:creationId xmlns:a16="http://schemas.microsoft.com/office/drawing/2014/main" id="{52D2F094-C182-41A0-9C36-BF81425A77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41431" y="816337"/>
            <a:ext cx="5225327" cy="5225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9134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Harness Bookmark</vt:lpstr>
      <vt:lpstr>What does this Harness intend to do ?</vt:lpstr>
      <vt:lpstr>Tools it uses (Native)</vt:lpstr>
      <vt:lpstr>Tools it uses (Non-Native, MCP)</vt:lpstr>
      <vt:lpstr>How it works: Initial Loading..(run app.main)</vt:lpstr>
      <vt:lpstr>How it works: My folder Structure (Native tool)</vt:lpstr>
      <vt:lpstr>How it works: My Bookmarks in "Masters" folder (Native tool)</vt:lpstr>
      <vt:lpstr>How it works: now I go web URL content search (I prefer to search pydantic) (MCP tool)</vt:lpstr>
      <vt:lpstr>How it works: Bookmark searched URL (Native tool)</vt:lpstr>
      <vt:lpstr>How it works: Now I see what I marked (again, Native tool)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239</cp:revision>
  <dcterms:created xsi:type="dcterms:W3CDTF">2026-06-30T21:50:42Z</dcterms:created>
  <dcterms:modified xsi:type="dcterms:W3CDTF">2026-06-30T23:41:31Z</dcterms:modified>
</cp:coreProperties>
</file>